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6"/>
  </p:notesMasterIdLst>
  <p:handoutMasterIdLst>
    <p:handoutMasterId r:id="rId17"/>
  </p:handoutMasterIdLst>
  <p:sldIdLst>
    <p:sldId id="259" r:id="rId2"/>
    <p:sldId id="260" r:id="rId3"/>
    <p:sldId id="257" r:id="rId4"/>
    <p:sldId id="261" r:id="rId5"/>
    <p:sldId id="262" r:id="rId6"/>
    <p:sldId id="263" r:id="rId7"/>
    <p:sldId id="264" r:id="rId8"/>
    <p:sldId id="266" r:id="rId9"/>
    <p:sldId id="268" r:id="rId10"/>
    <p:sldId id="267" r:id="rId11"/>
    <p:sldId id="269" r:id="rId12"/>
    <p:sldId id="271" r:id="rId13"/>
    <p:sldId id="272" r:id="rId14"/>
    <p:sldId id="282"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7E909E-49C6-4718-A0E3-CB5CD05019A7}" v="32" dt="2026-01-29T16:16:45.0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25" autoAdjust="0"/>
    <p:restoredTop sz="94618" autoAdjust="0"/>
  </p:normalViewPr>
  <p:slideViewPr>
    <p:cSldViewPr>
      <p:cViewPr varScale="1">
        <p:scale>
          <a:sx n="72" d="100"/>
          <a:sy n="72" d="100"/>
        </p:scale>
        <p:origin x="612" y="5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80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thikella Srihari" userId="b06b8e4d5d6fd552" providerId="LiveId" clId="{EB7ED397-7888-414E-8B87-0A65F053BD15}"/>
    <pc:docChg chg="undo custSel addSld delSld modSld modMainMaster">
      <pc:chgData name="Muthikella Srihari" userId="b06b8e4d5d6fd552" providerId="LiveId" clId="{EB7ED397-7888-414E-8B87-0A65F053BD15}" dt="2026-01-29T16:23:02.216" v="537" actId="1076"/>
      <pc:docMkLst>
        <pc:docMk/>
      </pc:docMkLst>
      <pc:sldChg chg="modSp mod">
        <pc:chgData name="Muthikella Srihari" userId="b06b8e4d5d6fd552" providerId="LiveId" clId="{EB7ED397-7888-414E-8B87-0A65F053BD15}" dt="2026-01-29T16:03:34.261" v="404" actId="207"/>
        <pc:sldMkLst>
          <pc:docMk/>
          <pc:sldMk cId="0" sldId="257"/>
        </pc:sldMkLst>
        <pc:spChg chg="mod">
          <ac:chgData name="Muthikella Srihari" userId="b06b8e4d5d6fd552" providerId="LiveId" clId="{EB7ED397-7888-414E-8B87-0A65F053BD15}" dt="2026-01-29T16:03:34.261" v="404" actId="207"/>
          <ac:spMkLst>
            <pc:docMk/>
            <pc:sldMk cId="0" sldId="257"/>
            <ac:spMk id="36867" creationId="{050309BE-559A-1537-6FCC-B358B0FC94B0}"/>
          </ac:spMkLst>
        </pc:spChg>
      </pc:sldChg>
      <pc:sldChg chg="del">
        <pc:chgData name="Muthikella Srihari" userId="b06b8e4d5d6fd552" providerId="LiveId" clId="{EB7ED397-7888-414E-8B87-0A65F053BD15}" dt="2026-01-29T15:32:10.583" v="167" actId="47"/>
        <pc:sldMkLst>
          <pc:docMk/>
          <pc:sldMk cId="0" sldId="258"/>
        </pc:sldMkLst>
      </pc:sldChg>
      <pc:sldChg chg="modSp mod">
        <pc:chgData name="Muthikella Srihari" userId="b06b8e4d5d6fd552" providerId="LiveId" clId="{EB7ED397-7888-414E-8B87-0A65F053BD15}" dt="2026-01-29T16:20:47.512" v="528" actId="207"/>
        <pc:sldMkLst>
          <pc:docMk/>
          <pc:sldMk cId="2276711116" sldId="259"/>
        </pc:sldMkLst>
        <pc:spChg chg="mod">
          <ac:chgData name="Muthikella Srihari" userId="b06b8e4d5d6fd552" providerId="LiveId" clId="{EB7ED397-7888-414E-8B87-0A65F053BD15}" dt="2026-01-29T16:20:47.512" v="528" actId="207"/>
          <ac:spMkLst>
            <pc:docMk/>
            <pc:sldMk cId="2276711116" sldId="259"/>
            <ac:spMk id="3" creationId="{C0904B58-D61A-04DC-B355-0C74E5661CAB}"/>
          </ac:spMkLst>
        </pc:spChg>
        <pc:graphicFrameChg chg="mod modGraphic">
          <ac:chgData name="Muthikella Srihari" userId="b06b8e4d5d6fd552" providerId="LiveId" clId="{EB7ED397-7888-414E-8B87-0A65F053BD15}" dt="2026-01-29T16:20:28.655" v="527" actId="1076"/>
          <ac:graphicFrameMkLst>
            <pc:docMk/>
            <pc:sldMk cId="2276711116" sldId="259"/>
            <ac:graphicFrameMk id="4" creationId="{4105305B-10CE-1345-15A5-50027188FEE1}"/>
          </ac:graphicFrameMkLst>
        </pc:graphicFrameChg>
        <pc:picChg chg="mod">
          <ac:chgData name="Muthikella Srihari" userId="b06b8e4d5d6fd552" providerId="LiveId" clId="{EB7ED397-7888-414E-8B87-0A65F053BD15}" dt="2026-01-29T16:20:17.980" v="526" actId="1076"/>
          <ac:picMkLst>
            <pc:docMk/>
            <pc:sldMk cId="2276711116" sldId="259"/>
            <ac:picMk id="6" creationId="{3AE688BE-4519-350E-31EB-EC4477AE3305}"/>
          </ac:picMkLst>
        </pc:picChg>
      </pc:sldChg>
      <pc:sldChg chg="modSp mod">
        <pc:chgData name="Muthikella Srihari" userId="b06b8e4d5d6fd552" providerId="LiveId" clId="{EB7ED397-7888-414E-8B87-0A65F053BD15}" dt="2026-01-29T16:03:17.978" v="402" actId="207"/>
        <pc:sldMkLst>
          <pc:docMk/>
          <pc:sldMk cId="3228427410" sldId="260"/>
        </pc:sldMkLst>
        <pc:spChg chg="mod">
          <ac:chgData name="Muthikella Srihari" userId="b06b8e4d5d6fd552" providerId="LiveId" clId="{EB7ED397-7888-414E-8B87-0A65F053BD15}" dt="2026-01-29T16:03:17.978" v="402" actId="207"/>
          <ac:spMkLst>
            <pc:docMk/>
            <pc:sldMk cId="3228427410" sldId="260"/>
            <ac:spMk id="3" creationId="{C1C85B0E-F12F-42FE-025D-23802117FEB7}"/>
          </ac:spMkLst>
        </pc:spChg>
      </pc:sldChg>
      <pc:sldChg chg="modSp mod">
        <pc:chgData name="Muthikella Srihari" userId="b06b8e4d5d6fd552" providerId="LiveId" clId="{EB7ED397-7888-414E-8B87-0A65F053BD15}" dt="2026-01-29T16:04:19.345" v="411" actId="1076"/>
        <pc:sldMkLst>
          <pc:docMk/>
          <pc:sldMk cId="1266169375" sldId="261"/>
        </pc:sldMkLst>
        <pc:spChg chg="mod">
          <ac:chgData name="Muthikella Srihari" userId="b06b8e4d5d6fd552" providerId="LiveId" clId="{EB7ED397-7888-414E-8B87-0A65F053BD15}" dt="2026-01-29T16:04:19.345" v="411" actId="1076"/>
          <ac:spMkLst>
            <pc:docMk/>
            <pc:sldMk cId="1266169375" sldId="261"/>
            <ac:spMk id="3" creationId="{ADAD5E82-6999-1F51-60E5-9FBAB119905F}"/>
          </ac:spMkLst>
        </pc:spChg>
      </pc:sldChg>
      <pc:sldChg chg="modSp mod">
        <pc:chgData name="Muthikella Srihari" userId="b06b8e4d5d6fd552" providerId="LiveId" clId="{EB7ED397-7888-414E-8B87-0A65F053BD15}" dt="2026-01-29T16:04:38.078" v="414" actId="122"/>
        <pc:sldMkLst>
          <pc:docMk/>
          <pc:sldMk cId="246638394" sldId="262"/>
        </pc:sldMkLst>
        <pc:spChg chg="mod">
          <ac:chgData name="Muthikella Srihari" userId="b06b8e4d5d6fd552" providerId="LiveId" clId="{EB7ED397-7888-414E-8B87-0A65F053BD15}" dt="2026-01-29T16:04:38.078" v="414" actId="122"/>
          <ac:spMkLst>
            <pc:docMk/>
            <pc:sldMk cId="246638394" sldId="262"/>
            <ac:spMk id="3" creationId="{B0D082CF-D244-4BEC-13DC-8A7C990F694A}"/>
          </ac:spMkLst>
        </pc:spChg>
      </pc:sldChg>
      <pc:sldChg chg="modSp mod">
        <pc:chgData name="Muthikella Srihari" userId="b06b8e4d5d6fd552" providerId="LiveId" clId="{EB7ED397-7888-414E-8B87-0A65F053BD15}" dt="2026-01-29T16:05:00.614" v="417" actId="207"/>
        <pc:sldMkLst>
          <pc:docMk/>
          <pc:sldMk cId="2193508950" sldId="263"/>
        </pc:sldMkLst>
        <pc:spChg chg="mod">
          <ac:chgData name="Muthikella Srihari" userId="b06b8e4d5d6fd552" providerId="LiveId" clId="{EB7ED397-7888-414E-8B87-0A65F053BD15}" dt="2026-01-29T16:05:00.614" v="417" actId="207"/>
          <ac:spMkLst>
            <pc:docMk/>
            <pc:sldMk cId="2193508950" sldId="263"/>
            <ac:spMk id="3" creationId="{25352B88-C6CB-F424-3F87-450D125A06C4}"/>
          </ac:spMkLst>
        </pc:spChg>
      </pc:sldChg>
      <pc:sldChg chg="modSp mod">
        <pc:chgData name="Muthikella Srihari" userId="b06b8e4d5d6fd552" providerId="LiveId" clId="{EB7ED397-7888-414E-8B87-0A65F053BD15}" dt="2026-01-29T16:21:25.223" v="529" actId="1076"/>
        <pc:sldMkLst>
          <pc:docMk/>
          <pc:sldMk cId="4002521402" sldId="264"/>
        </pc:sldMkLst>
        <pc:spChg chg="mod">
          <ac:chgData name="Muthikella Srihari" userId="b06b8e4d5d6fd552" providerId="LiveId" clId="{EB7ED397-7888-414E-8B87-0A65F053BD15}" dt="2026-01-29T16:21:25.223" v="529" actId="1076"/>
          <ac:spMkLst>
            <pc:docMk/>
            <pc:sldMk cId="4002521402" sldId="264"/>
            <ac:spMk id="3" creationId="{DF1D04C5-E59B-E7F6-6DCC-02A3916AE232}"/>
          </ac:spMkLst>
        </pc:spChg>
      </pc:sldChg>
      <pc:sldChg chg="modSp mod">
        <pc:chgData name="Muthikella Srihari" userId="b06b8e4d5d6fd552" providerId="LiveId" clId="{EB7ED397-7888-414E-8B87-0A65F053BD15}" dt="2026-01-29T16:06:02.685" v="428" actId="1076"/>
        <pc:sldMkLst>
          <pc:docMk/>
          <pc:sldMk cId="631102056" sldId="265"/>
        </pc:sldMkLst>
        <pc:spChg chg="mod">
          <ac:chgData name="Muthikella Srihari" userId="b06b8e4d5d6fd552" providerId="LiveId" clId="{EB7ED397-7888-414E-8B87-0A65F053BD15}" dt="2026-01-29T16:06:02.685" v="428" actId="1076"/>
          <ac:spMkLst>
            <pc:docMk/>
            <pc:sldMk cId="631102056" sldId="265"/>
            <ac:spMk id="3" creationId="{ED97F093-02E1-612E-FD22-4133570E9AF0}"/>
          </ac:spMkLst>
        </pc:spChg>
      </pc:sldChg>
      <pc:sldChg chg="modSp mod">
        <pc:chgData name="Muthikella Srihari" userId="b06b8e4d5d6fd552" providerId="LiveId" clId="{EB7ED397-7888-414E-8B87-0A65F053BD15}" dt="2026-01-29T16:21:36.003" v="530" actId="1076"/>
        <pc:sldMkLst>
          <pc:docMk/>
          <pc:sldMk cId="475541188" sldId="266"/>
        </pc:sldMkLst>
        <pc:spChg chg="mod">
          <ac:chgData name="Muthikella Srihari" userId="b06b8e4d5d6fd552" providerId="LiveId" clId="{EB7ED397-7888-414E-8B87-0A65F053BD15}" dt="2026-01-29T16:21:36.003" v="530" actId="1076"/>
          <ac:spMkLst>
            <pc:docMk/>
            <pc:sldMk cId="475541188" sldId="266"/>
            <ac:spMk id="3" creationId="{79C78ABC-C9B9-6D00-BC35-08DB73A08225}"/>
          </ac:spMkLst>
        </pc:spChg>
      </pc:sldChg>
      <pc:sldChg chg="modSp mod">
        <pc:chgData name="Muthikella Srihari" userId="b06b8e4d5d6fd552" providerId="LiveId" clId="{EB7ED397-7888-414E-8B87-0A65F053BD15}" dt="2026-01-29T16:22:08.583" v="533" actId="14100"/>
        <pc:sldMkLst>
          <pc:docMk/>
          <pc:sldMk cId="2123189512" sldId="267"/>
        </pc:sldMkLst>
        <pc:spChg chg="mod">
          <ac:chgData name="Muthikella Srihari" userId="b06b8e4d5d6fd552" providerId="LiveId" clId="{EB7ED397-7888-414E-8B87-0A65F053BD15}" dt="2026-01-29T16:22:08.583" v="533" actId="14100"/>
          <ac:spMkLst>
            <pc:docMk/>
            <pc:sldMk cId="2123189512" sldId="267"/>
            <ac:spMk id="3" creationId="{656088BB-DCCB-F2B9-7140-49AFE202E736}"/>
          </ac:spMkLst>
        </pc:spChg>
      </pc:sldChg>
      <pc:sldChg chg="addSp modSp mod">
        <pc:chgData name="Muthikella Srihari" userId="b06b8e4d5d6fd552" providerId="LiveId" clId="{EB7ED397-7888-414E-8B87-0A65F053BD15}" dt="2026-01-29T16:22:28.972" v="535" actId="1076"/>
        <pc:sldMkLst>
          <pc:docMk/>
          <pc:sldMk cId="3335407237" sldId="269"/>
        </pc:sldMkLst>
        <pc:spChg chg="mod">
          <ac:chgData name="Muthikella Srihari" userId="b06b8e4d5d6fd552" providerId="LiveId" clId="{EB7ED397-7888-414E-8B87-0A65F053BD15}" dt="2026-01-29T16:22:28.972" v="535" actId="1076"/>
          <ac:spMkLst>
            <pc:docMk/>
            <pc:sldMk cId="3335407237" sldId="269"/>
            <ac:spMk id="3" creationId="{FFA7D316-C12E-1F56-B363-C7DBEB4750AD}"/>
          </ac:spMkLst>
        </pc:spChg>
        <pc:spChg chg="add">
          <ac:chgData name="Muthikella Srihari" userId="b06b8e4d5d6fd552" providerId="LiveId" clId="{EB7ED397-7888-414E-8B87-0A65F053BD15}" dt="2026-01-29T15:13:04.431" v="20"/>
          <ac:spMkLst>
            <pc:docMk/>
            <pc:sldMk cId="3335407237" sldId="269"/>
            <ac:spMk id="4" creationId="{758DB221-3F6D-BA47-9A49-F0D2AFD8D979}"/>
          </ac:spMkLst>
        </pc:spChg>
        <pc:picChg chg="add mod modCrop">
          <ac:chgData name="Muthikella Srihari" userId="b06b8e4d5d6fd552" providerId="LiveId" clId="{EB7ED397-7888-414E-8B87-0A65F053BD15}" dt="2026-01-29T15:18:13.283" v="69" actId="1076"/>
          <ac:picMkLst>
            <pc:docMk/>
            <pc:sldMk cId="3335407237" sldId="269"/>
            <ac:picMk id="5" creationId="{86C56D83-2F3B-5590-0286-AE7893107040}"/>
          </ac:picMkLst>
        </pc:picChg>
      </pc:sldChg>
      <pc:sldChg chg="delSp modSp del mod">
        <pc:chgData name="Muthikella Srihari" userId="b06b8e4d5d6fd552" providerId="LiveId" clId="{EB7ED397-7888-414E-8B87-0A65F053BD15}" dt="2026-01-29T15:11:20.041" v="7" actId="47"/>
        <pc:sldMkLst>
          <pc:docMk/>
          <pc:sldMk cId="3747853414" sldId="270"/>
        </pc:sldMkLst>
        <pc:spChg chg="del mod">
          <ac:chgData name="Muthikella Srihari" userId="b06b8e4d5d6fd552" providerId="LiveId" clId="{EB7ED397-7888-414E-8B87-0A65F053BD15}" dt="2026-01-29T15:11:17.940" v="6"/>
          <ac:spMkLst>
            <pc:docMk/>
            <pc:sldMk cId="3747853414" sldId="270"/>
            <ac:spMk id="3" creationId="{83B041F7-B734-95D8-64D2-63E2AB2FBC7A}"/>
          </ac:spMkLst>
        </pc:spChg>
      </pc:sldChg>
      <pc:sldChg chg="modSp mod">
        <pc:chgData name="Muthikella Srihari" userId="b06b8e4d5d6fd552" providerId="LiveId" clId="{EB7ED397-7888-414E-8B87-0A65F053BD15}" dt="2026-01-29T16:22:42.070" v="536" actId="1076"/>
        <pc:sldMkLst>
          <pc:docMk/>
          <pc:sldMk cId="1009141861" sldId="271"/>
        </pc:sldMkLst>
        <pc:spChg chg="mod">
          <ac:chgData name="Muthikella Srihari" userId="b06b8e4d5d6fd552" providerId="LiveId" clId="{EB7ED397-7888-414E-8B87-0A65F053BD15}" dt="2026-01-29T16:22:42.070" v="536" actId="1076"/>
          <ac:spMkLst>
            <pc:docMk/>
            <pc:sldMk cId="1009141861" sldId="271"/>
            <ac:spMk id="5" creationId="{901AE73C-E6EC-CE34-0229-178FCBF64DE8}"/>
          </ac:spMkLst>
        </pc:spChg>
      </pc:sldChg>
      <pc:sldChg chg="modSp mod">
        <pc:chgData name="Muthikella Srihari" userId="b06b8e4d5d6fd552" providerId="LiveId" clId="{EB7ED397-7888-414E-8B87-0A65F053BD15}" dt="2026-01-29T16:10:04.959" v="464" actId="12"/>
        <pc:sldMkLst>
          <pc:docMk/>
          <pc:sldMk cId="1586822623" sldId="272"/>
        </pc:sldMkLst>
        <pc:spChg chg="mod">
          <ac:chgData name="Muthikella Srihari" userId="b06b8e4d5d6fd552" providerId="LiveId" clId="{EB7ED397-7888-414E-8B87-0A65F053BD15}" dt="2026-01-29T16:10:04.959" v="464" actId="12"/>
          <ac:spMkLst>
            <pc:docMk/>
            <pc:sldMk cId="1586822623" sldId="272"/>
            <ac:spMk id="3" creationId="{5C02E4A9-817F-B8B2-7902-2B557D8EDD27}"/>
          </ac:spMkLst>
        </pc:spChg>
      </pc:sldChg>
      <pc:sldChg chg="addSp modSp new mod">
        <pc:chgData name="Muthikella Srihari" userId="b06b8e4d5d6fd552" providerId="LiveId" clId="{EB7ED397-7888-414E-8B87-0A65F053BD15}" dt="2026-01-29T16:09:49.050" v="460" actId="12"/>
        <pc:sldMkLst>
          <pc:docMk/>
          <pc:sldMk cId="3115216168" sldId="273"/>
        </pc:sldMkLst>
        <pc:spChg chg="add mod">
          <ac:chgData name="Muthikella Srihari" userId="b06b8e4d5d6fd552" providerId="LiveId" clId="{EB7ED397-7888-414E-8B87-0A65F053BD15}" dt="2026-01-29T16:09:49.050" v="460" actId="12"/>
          <ac:spMkLst>
            <pc:docMk/>
            <pc:sldMk cId="3115216168" sldId="273"/>
            <ac:spMk id="3" creationId="{8CF8D956-5D9A-D5AD-F8EE-20AB91E71238}"/>
          </ac:spMkLst>
        </pc:spChg>
      </pc:sldChg>
      <pc:sldChg chg="addSp modSp new mod">
        <pc:chgData name="Muthikella Srihari" userId="b06b8e4d5d6fd552" providerId="LiveId" clId="{EB7ED397-7888-414E-8B87-0A65F053BD15}" dt="2026-01-29T16:23:02.216" v="537" actId="1076"/>
        <pc:sldMkLst>
          <pc:docMk/>
          <pc:sldMk cId="2865517961" sldId="274"/>
        </pc:sldMkLst>
        <pc:spChg chg="add mod">
          <ac:chgData name="Muthikella Srihari" userId="b06b8e4d5d6fd552" providerId="LiveId" clId="{EB7ED397-7888-414E-8B87-0A65F053BD15}" dt="2026-01-29T16:11:46.015" v="479" actId="207"/>
          <ac:spMkLst>
            <pc:docMk/>
            <pc:sldMk cId="2865517961" sldId="274"/>
            <ac:spMk id="3" creationId="{218F53A0-5953-A167-DFE6-BB20C17756AB}"/>
          </ac:spMkLst>
        </pc:spChg>
        <pc:spChg chg="add mod">
          <ac:chgData name="Muthikella Srihari" userId="b06b8e4d5d6fd552" providerId="LiveId" clId="{EB7ED397-7888-414E-8B87-0A65F053BD15}" dt="2026-01-29T16:23:02.216" v="537" actId="1076"/>
          <ac:spMkLst>
            <pc:docMk/>
            <pc:sldMk cId="2865517961" sldId="274"/>
            <ac:spMk id="6" creationId="{38149675-F074-7020-B4CA-B47D6F009DD7}"/>
          </ac:spMkLst>
        </pc:spChg>
        <pc:picChg chg="add mod">
          <ac:chgData name="Muthikella Srihari" userId="b06b8e4d5d6fd552" providerId="LiveId" clId="{EB7ED397-7888-414E-8B87-0A65F053BD15}" dt="2026-01-29T16:11:24.768" v="477" actId="1076"/>
          <ac:picMkLst>
            <pc:docMk/>
            <pc:sldMk cId="2865517961" sldId="274"/>
            <ac:picMk id="4" creationId="{65D2C023-4F9C-ADBC-0508-2E6B0908B378}"/>
          </ac:picMkLst>
        </pc:picChg>
      </pc:sldChg>
      <pc:sldChg chg="addSp modSp new mod">
        <pc:chgData name="Muthikella Srihari" userId="b06b8e4d5d6fd552" providerId="LiveId" clId="{EB7ED397-7888-414E-8B87-0A65F053BD15}" dt="2026-01-29T16:12:09.078" v="481" actId="207"/>
        <pc:sldMkLst>
          <pc:docMk/>
          <pc:sldMk cId="1207960027" sldId="275"/>
        </pc:sldMkLst>
        <pc:spChg chg="add mod">
          <ac:chgData name="Muthikella Srihari" userId="b06b8e4d5d6fd552" providerId="LiveId" clId="{EB7ED397-7888-414E-8B87-0A65F053BD15}" dt="2026-01-29T16:12:04.873" v="480" actId="207"/>
          <ac:spMkLst>
            <pc:docMk/>
            <pc:sldMk cId="1207960027" sldId="275"/>
            <ac:spMk id="3" creationId="{DCAD204B-B002-7D97-E070-0F7414677F8E}"/>
          </ac:spMkLst>
        </pc:spChg>
        <pc:spChg chg="add mod">
          <ac:chgData name="Muthikella Srihari" userId="b06b8e4d5d6fd552" providerId="LiveId" clId="{EB7ED397-7888-414E-8B87-0A65F053BD15}" dt="2026-01-29T16:12:09.078" v="481" actId="207"/>
          <ac:spMkLst>
            <pc:docMk/>
            <pc:sldMk cId="1207960027" sldId="275"/>
            <ac:spMk id="7" creationId="{8D848966-15F3-E452-AD60-A2F541AFCB24}"/>
          </ac:spMkLst>
        </pc:spChg>
        <pc:picChg chg="add mod">
          <ac:chgData name="Muthikella Srihari" userId="b06b8e4d5d6fd552" providerId="LiveId" clId="{EB7ED397-7888-414E-8B87-0A65F053BD15}" dt="2026-01-29T15:46:08.923" v="258" actId="1440"/>
          <ac:picMkLst>
            <pc:docMk/>
            <pc:sldMk cId="1207960027" sldId="275"/>
            <ac:picMk id="4" creationId="{E349885D-1F46-663D-8ED6-5A09283FE5C9}"/>
          </ac:picMkLst>
        </pc:picChg>
        <pc:picChg chg="add mod">
          <ac:chgData name="Muthikella Srihari" userId="b06b8e4d5d6fd552" providerId="LiveId" clId="{EB7ED397-7888-414E-8B87-0A65F053BD15}" dt="2026-01-29T15:48:06.119" v="282" actId="1076"/>
          <ac:picMkLst>
            <pc:docMk/>
            <pc:sldMk cId="1207960027" sldId="275"/>
            <ac:picMk id="5" creationId="{DDEDB834-9434-FB97-08EB-88DA37ADF383}"/>
          </ac:picMkLst>
        </pc:picChg>
      </pc:sldChg>
      <pc:sldChg chg="addSp modSp new mod">
        <pc:chgData name="Muthikella Srihari" userId="b06b8e4d5d6fd552" providerId="LiveId" clId="{EB7ED397-7888-414E-8B87-0A65F053BD15}" dt="2026-01-29T16:12:27.976" v="484" actId="207"/>
        <pc:sldMkLst>
          <pc:docMk/>
          <pc:sldMk cId="3367054573" sldId="276"/>
        </pc:sldMkLst>
        <pc:spChg chg="add mod">
          <ac:chgData name="Muthikella Srihari" userId="b06b8e4d5d6fd552" providerId="LiveId" clId="{EB7ED397-7888-414E-8B87-0A65F053BD15}" dt="2026-01-29T16:12:22.212" v="483" actId="122"/>
          <ac:spMkLst>
            <pc:docMk/>
            <pc:sldMk cId="3367054573" sldId="276"/>
            <ac:spMk id="3" creationId="{7C47D9D9-F45E-177D-9D32-2726C15BAA96}"/>
          </ac:spMkLst>
        </pc:spChg>
        <pc:spChg chg="add mod">
          <ac:chgData name="Muthikella Srihari" userId="b06b8e4d5d6fd552" providerId="LiveId" clId="{EB7ED397-7888-414E-8B87-0A65F053BD15}" dt="2026-01-29T16:12:27.976" v="484" actId="207"/>
          <ac:spMkLst>
            <pc:docMk/>
            <pc:sldMk cId="3367054573" sldId="276"/>
            <ac:spMk id="7" creationId="{ADA6B471-DF13-71BC-2B80-C7A70092DF92}"/>
          </ac:spMkLst>
        </pc:spChg>
        <pc:picChg chg="add mod">
          <ac:chgData name="Muthikella Srihari" userId="b06b8e4d5d6fd552" providerId="LiveId" clId="{EB7ED397-7888-414E-8B87-0A65F053BD15}" dt="2026-01-29T15:44:40.852" v="251" actId="1440"/>
          <ac:picMkLst>
            <pc:docMk/>
            <pc:sldMk cId="3367054573" sldId="276"/>
            <ac:picMk id="4" creationId="{7A058AD7-4470-0E88-39B6-393BEA9378B1}"/>
          </ac:picMkLst>
        </pc:picChg>
        <pc:picChg chg="add mod">
          <ac:chgData name="Muthikella Srihari" userId="b06b8e4d5d6fd552" providerId="LiveId" clId="{EB7ED397-7888-414E-8B87-0A65F053BD15}" dt="2026-01-29T15:46:58.123" v="268" actId="1076"/>
          <ac:picMkLst>
            <pc:docMk/>
            <pc:sldMk cId="3367054573" sldId="276"/>
            <ac:picMk id="5" creationId="{38DBF8B3-2C7E-F2C4-584B-7BA0CFB65DBA}"/>
          </ac:picMkLst>
        </pc:picChg>
      </pc:sldChg>
      <pc:sldChg chg="addSp modSp new mod modAnim modShow">
        <pc:chgData name="Muthikella Srihari" userId="b06b8e4d5d6fd552" providerId="LiveId" clId="{EB7ED397-7888-414E-8B87-0A65F053BD15}" dt="2026-01-29T16:12:43.739" v="486" actId="207"/>
        <pc:sldMkLst>
          <pc:docMk/>
          <pc:sldMk cId="2931979451" sldId="277"/>
        </pc:sldMkLst>
        <pc:spChg chg="add mod">
          <ac:chgData name="Muthikella Srihari" userId="b06b8e4d5d6fd552" providerId="LiveId" clId="{EB7ED397-7888-414E-8B87-0A65F053BD15}" dt="2026-01-29T16:12:38.763" v="485" actId="207"/>
          <ac:spMkLst>
            <pc:docMk/>
            <pc:sldMk cId="2931979451" sldId="277"/>
            <ac:spMk id="3" creationId="{770AF04C-7F6C-A947-D838-B24D5F4EF3E7}"/>
          </ac:spMkLst>
        </pc:spChg>
        <pc:spChg chg="add mod">
          <ac:chgData name="Muthikella Srihari" userId="b06b8e4d5d6fd552" providerId="LiveId" clId="{EB7ED397-7888-414E-8B87-0A65F053BD15}" dt="2026-01-29T16:12:43.739" v="486" actId="207"/>
          <ac:spMkLst>
            <pc:docMk/>
            <pc:sldMk cId="2931979451" sldId="277"/>
            <ac:spMk id="6" creationId="{A01C9248-F6B5-E7AE-F080-F64296664AFD}"/>
          </ac:spMkLst>
        </pc:spChg>
        <pc:picChg chg="add mod">
          <ac:chgData name="Muthikella Srihari" userId="b06b8e4d5d6fd552" providerId="LiveId" clId="{EB7ED397-7888-414E-8B87-0A65F053BD15}" dt="2026-01-29T15:44:24.022" v="250" actId="1440"/>
          <ac:picMkLst>
            <pc:docMk/>
            <pc:sldMk cId="2931979451" sldId="277"/>
            <ac:picMk id="4" creationId="{6080BB46-623B-2B21-752E-E9A7D36E5C7B}"/>
          </ac:picMkLst>
        </pc:picChg>
        <pc:picChg chg="add mod">
          <ac:chgData name="Muthikella Srihari" userId="b06b8e4d5d6fd552" providerId="LiveId" clId="{EB7ED397-7888-414E-8B87-0A65F053BD15}" dt="2026-01-29T15:43:58.716" v="246" actId="1440"/>
          <ac:picMkLst>
            <pc:docMk/>
            <pc:sldMk cId="2931979451" sldId="277"/>
            <ac:picMk id="7" creationId="{B12E3F3A-78A7-72EC-E066-9E6BD2CF9C1E}"/>
          </ac:picMkLst>
        </pc:picChg>
      </pc:sldChg>
      <pc:sldChg chg="addSp delSp modSp new del mod">
        <pc:chgData name="Muthikella Srihari" userId="b06b8e4d5d6fd552" providerId="LiveId" clId="{EB7ED397-7888-414E-8B87-0A65F053BD15}" dt="2026-01-29T15:53:06.689" v="312" actId="47"/>
        <pc:sldMkLst>
          <pc:docMk/>
          <pc:sldMk cId="847697213" sldId="278"/>
        </pc:sldMkLst>
        <pc:spChg chg="add del mod">
          <ac:chgData name="Muthikella Srihari" userId="b06b8e4d5d6fd552" providerId="LiveId" clId="{EB7ED397-7888-414E-8B87-0A65F053BD15}" dt="2026-01-29T15:53:06.038" v="311"/>
          <ac:spMkLst>
            <pc:docMk/>
            <pc:sldMk cId="847697213" sldId="278"/>
            <ac:spMk id="3" creationId="{862E4F1C-8418-3294-A6EC-9FD6BA25D2FE}"/>
          </ac:spMkLst>
        </pc:spChg>
      </pc:sldChg>
      <pc:sldChg chg="addSp modSp new mod">
        <pc:chgData name="Muthikella Srihari" userId="b06b8e4d5d6fd552" providerId="LiveId" clId="{EB7ED397-7888-414E-8B87-0A65F053BD15}" dt="2026-01-29T16:13:27.334" v="494" actId="14100"/>
        <pc:sldMkLst>
          <pc:docMk/>
          <pc:sldMk cId="1951463159" sldId="278"/>
        </pc:sldMkLst>
        <pc:spChg chg="add mod">
          <ac:chgData name="Muthikella Srihari" userId="b06b8e4d5d6fd552" providerId="LiveId" clId="{EB7ED397-7888-414E-8B87-0A65F053BD15}" dt="2026-01-29T16:13:27.334" v="494" actId="14100"/>
          <ac:spMkLst>
            <pc:docMk/>
            <pc:sldMk cId="1951463159" sldId="278"/>
            <ac:spMk id="3" creationId="{24113EF9-987F-D323-1F04-38D426E32175}"/>
          </ac:spMkLst>
        </pc:spChg>
      </pc:sldChg>
      <pc:sldChg chg="addSp modSp new mod">
        <pc:chgData name="Muthikella Srihari" userId="b06b8e4d5d6fd552" providerId="LiveId" clId="{EB7ED397-7888-414E-8B87-0A65F053BD15}" dt="2026-01-29T16:14:40.815" v="500" actId="12"/>
        <pc:sldMkLst>
          <pc:docMk/>
          <pc:sldMk cId="1854426135" sldId="279"/>
        </pc:sldMkLst>
        <pc:spChg chg="add mod">
          <ac:chgData name="Muthikella Srihari" userId="b06b8e4d5d6fd552" providerId="LiveId" clId="{EB7ED397-7888-414E-8B87-0A65F053BD15}" dt="2026-01-29T16:14:40.815" v="500" actId="12"/>
          <ac:spMkLst>
            <pc:docMk/>
            <pc:sldMk cId="1854426135" sldId="279"/>
            <ac:spMk id="3" creationId="{DDCF35F4-200B-22B3-3418-F3FD0E8103C6}"/>
          </ac:spMkLst>
        </pc:spChg>
      </pc:sldChg>
      <pc:sldChg chg="addSp modSp new mod">
        <pc:chgData name="Muthikella Srihari" userId="b06b8e4d5d6fd552" providerId="LiveId" clId="{EB7ED397-7888-414E-8B87-0A65F053BD15}" dt="2026-01-29T16:15:00.931" v="503" actId="20577"/>
        <pc:sldMkLst>
          <pc:docMk/>
          <pc:sldMk cId="2751074680" sldId="280"/>
        </pc:sldMkLst>
        <pc:spChg chg="add mod">
          <ac:chgData name="Muthikella Srihari" userId="b06b8e4d5d6fd552" providerId="LiveId" clId="{EB7ED397-7888-414E-8B87-0A65F053BD15}" dt="2026-01-29T16:15:00.931" v="503" actId="20577"/>
          <ac:spMkLst>
            <pc:docMk/>
            <pc:sldMk cId="2751074680" sldId="280"/>
            <ac:spMk id="3" creationId="{039BD358-41E5-2078-30A1-17994483A959}"/>
          </ac:spMkLst>
        </pc:spChg>
      </pc:sldChg>
      <pc:sldChg chg="addSp modSp new mod">
        <pc:chgData name="Muthikella Srihari" userId="b06b8e4d5d6fd552" providerId="LiveId" clId="{EB7ED397-7888-414E-8B87-0A65F053BD15}" dt="2026-01-29T16:15:13.399" v="505" actId="207"/>
        <pc:sldMkLst>
          <pc:docMk/>
          <pc:sldMk cId="1231396460" sldId="281"/>
        </pc:sldMkLst>
        <pc:spChg chg="add mod">
          <ac:chgData name="Muthikella Srihari" userId="b06b8e4d5d6fd552" providerId="LiveId" clId="{EB7ED397-7888-414E-8B87-0A65F053BD15}" dt="2026-01-29T16:15:13.399" v="505" actId="207"/>
          <ac:spMkLst>
            <pc:docMk/>
            <pc:sldMk cId="1231396460" sldId="281"/>
            <ac:spMk id="3" creationId="{9345F20A-1A82-80BD-1898-54181643A987}"/>
          </ac:spMkLst>
        </pc:spChg>
      </pc:sldChg>
      <pc:sldChg chg="addSp modSp new mod">
        <pc:chgData name="Muthikella Srihari" userId="b06b8e4d5d6fd552" providerId="LiveId" clId="{EB7ED397-7888-414E-8B87-0A65F053BD15}" dt="2026-01-29T16:19:21.199" v="523" actId="1440"/>
        <pc:sldMkLst>
          <pc:docMk/>
          <pc:sldMk cId="2117111104" sldId="282"/>
        </pc:sldMkLst>
        <pc:spChg chg="add">
          <ac:chgData name="Muthikella Srihari" userId="b06b8e4d5d6fd552" providerId="LiveId" clId="{EB7ED397-7888-414E-8B87-0A65F053BD15}" dt="2026-01-29T16:16:41.547" v="507"/>
          <ac:spMkLst>
            <pc:docMk/>
            <pc:sldMk cId="2117111104" sldId="282"/>
            <ac:spMk id="2" creationId="{A01523CD-B681-AA05-0B56-FB571CC70E78}"/>
          </ac:spMkLst>
        </pc:spChg>
        <pc:picChg chg="add mod modCrop">
          <ac:chgData name="Muthikella Srihari" userId="b06b8e4d5d6fd552" providerId="LiveId" clId="{EB7ED397-7888-414E-8B87-0A65F053BD15}" dt="2026-01-29T16:19:21.199" v="523" actId="1440"/>
          <ac:picMkLst>
            <pc:docMk/>
            <pc:sldMk cId="2117111104" sldId="282"/>
            <ac:picMk id="3" creationId="{385EB830-B26C-FF09-BF9E-D681A0E541CA}"/>
          </ac:picMkLst>
        </pc:picChg>
      </pc:sldChg>
      <pc:sldMasterChg chg="setBg">
        <pc:chgData name="Muthikella Srihari" userId="b06b8e4d5d6fd552" providerId="LiveId" clId="{EB7ED397-7888-414E-8B87-0A65F053BD15}" dt="2026-01-29T15:40:42.426" v="229"/>
        <pc:sldMasterMkLst>
          <pc:docMk/>
          <pc:sldMasterMk cId="1989944936" sldId="2147483660"/>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5330" name="Rectangle 2">
            <a:extLst>
              <a:ext uri="{FF2B5EF4-FFF2-40B4-BE49-F238E27FC236}">
                <a16:creationId xmlns:a16="http://schemas.microsoft.com/office/drawing/2014/main" id="{18C13B0D-09F5-581D-EC40-EDB9E46355D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355331" name="Rectangle 3">
            <a:extLst>
              <a:ext uri="{FF2B5EF4-FFF2-40B4-BE49-F238E27FC236}">
                <a16:creationId xmlns:a16="http://schemas.microsoft.com/office/drawing/2014/main" id="{E35BAA48-474C-86E0-F492-292E85E1ACAF}"/>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355332" name="Rectangle 4">
            <a:extLst>
              <a:ext uri="{FF2B5EF4-FFF2-40B4-BE49-F238E27FC236}">
                <a16:creationId xmlns:a16="http://schemas.microsoft.com/office/drawing/2014/main" id="{2C26FF88-868B-A326-60C7-3AAA000C02D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55333" name="Rectangle 5">
            <a:extLst>
              <a:ext uri="{FF2B5EF4-FFF2-40B4-BE49-F238E27FC236}">
                <a16:creationId xmlns:a16="http://schemas.microsoft.com/office/drawing/2014/main" id="{265BD9B1-F794-9304-4996-64E05B3E190D}"/>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55334" name="Rectangle 6">
            <a:extLst>
              <a:ext uri="{FF2B5EF4-FFF2-40B4-BE49-F238E27FC236}">
                <a16:creationId xmlns:a16="http://schemas.microsoft.com/office/drawing/2014/main" id="{08E8E15C-DBC7-72D5-D98D-A91D45295281}"/>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355335" name="Rectangle 7">
            <a:extLst>
              <a:ext uri="{FF2B5EF4-FFF2-40B4-BE49-F238E27FC236}">
                <a16:creationId xmlns:a16="http://schemas.microsoft.com/office/drawing/2014/main" id="{B36948C7-D6EA-85F9-BBD2-7327F2736D04}"/>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A2303C36-B0E5-4B44-BC2C-144FC8C34F0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C7BC25C-0081-0A99-6CD5-27B81B8359A3}"/>
              </a:ext>
            </a:extLst>
          </p:cNvPr>
          <p:cNvSpPr>
            <a:spLocks noGrp="1" noChangeArrowheads="1"/>
          </p:cNvSpPr>
          <p:nvPr>
            <p:ph type="sldNum" sz="quarter" idx="5"/>
          </p:nvPr>
        </p:nvSpPr>
        <p:spPr>
          <a:ln/>
        </p:spPr>
        <p:txBody>
          <a:bodyPr/>
          <a:lstStyle/>
          <a:p>
            <a:fld id="{13273D0F-E8D2-4CFA-A02D-99878401823E}" type="slidenum">
              <a:rPr lang="en-US" altLang="en-US"/>
              <a:pPr/>
              <a:t>3</a:t>
            </a:fld>
            <a:endParaRPr lang="en-US" altLang="en-US"/>
          </a:p>
        </p:txBody>
      </p:sp>
      <p:sp>
        <p:nvSpPr>
          <p:cNvPr id="357378" name="Rectangle 2">
            <a:extLst>
              <a:ext uri="{FF2B5EF4-FFF2-40B4-BE49-F238E27FC236}">
                <a16:creationId xmlns:a16="http://schemas.microsoft.com/office/drawing/2014/main" id="{E1AB2442-B7C6-A3F8-5ABC-53D31714E21C}"/>
              </a:ext>
            </a:extLst>
          </p:cNvPr>
          <p:cNvSpPr>
            <a:spLocks noGrp="1" noRot="1" noChangeAspect="1" noChangeArrowheads="1" noTextEdit="1"/>
          </p:cNvSpPr>
          <p:nvPr>
            <p:ph type="sldImg"/>
          </p:nvPr>
        </p:nvSpPr>
        <p:spPr>
          <a:ln/>
        </p:spPr>
      </p:sp>
      <p:sp>
        <p:nvSpPr>
          <p:cNvPr id="357379" name="Rectangle 3">
            <a:extLst>
              <a:ext uri="{FF2B5EF4-FFF2-40B4-BE49-F238E27FC236}">
                <a16:creationId xmlns:a16="http://schemas.microsoft.com/office/drawing/2014/main" id="{58298787-3B84-FEDD-FFD0-6A63ED13ECC5}"/>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48A87A34-81AB-432B-8DAE-1953F412C126}" type="datetimeFigureOut">
              <a:rPr lang="en-US" smtClean="0"/>
              <a:t>1/31/2026</a:t>
            </a:fld>
            <a:endParaRPr lang="en-US" dirty="0"/>
          </a:p>
        </p:txBody>
      </p:sp>
      <p:sp>
        <p:nvSpPr>
          <p:cNvPr id="5" name="Footer Placeholder 4"/>
          <p:cNvSpPr>
            <a:spLocks noGrp="1"/>
          </p:cNvSpPr>
          <p:nvPr>
            <p:ph type="ftr" sz="quarter" idx="11"/>
          </p:nvPr>
        </p:nvSpPr>
        <p:spPr>
          <a:xfrm>
            <a:off x="914400" y="4323846"/>
            <a:ext cx="4880610" cy="365125"/>
          </a:xfrm>
        </p:spPr>
        <p:txBody>
          <a:bodyPr/>
          <a:lstStyle/>
          <a:p>
            <a:endParaRPr lang="en-US" dirty="0"/>
          </a:p>
        </p:txBody>
      </p:sp>
      <p:sp>
        <p:nvSpPr>
          <p:cNvPr id="6" name="Slide Number Placeholder 5"/>
          <p:cNvSpPr>
            <a:spLocks noGrp="1"/>
          </p:cNvSpPr>
          <p:nvPr>
            <p:ph type="sldNum" sz="quarter" idx="12"/>
          </p:nvPr>
        </p:nvSpPr>
        <p:spPr>
          <a:xfrm>
            <a:off x="6057900" y="1430867"/>
            <a:ext cx="2171700"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19012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0044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48A87A34-81AB-432B-8DAE-1953F412C126}" type="datetimeFigureOut">
              <a:rPr lang="en-US" smtClean="0"/>
              <a:pPr/>
              <a:t>1/31/2026</a:t>
            </a:fld>
            <a:endParaRPr lang="en-US" dirty="0"/>
          </a:p>
        </p:txBody>
      </p:sp>
      <p:sp>
        <p:nvSpPr>
          <p:cNvPr id="5" name="Footer Placeholder 4"/>
          <p:cNvSpPr>
            <a:spLocks noGrp="1"/>
          </p:cNvSpPr>
          <p:nvPr>
            <p:ph type="ftr" sz="quarter" idx="11"/>
          </p:nvPr>
        </p:nvSpPr>
        <p:spPr>
          <a:xfrm>
            <a:off x="594360" y="381001"/>
            <a:ext cx="4830656" cy="365125"/>
          </a:xfrm>
        </p:spPr>
        <p:txBody>
          <a:bodyPr/>
          <a:lstStyle/>
          <a:p>
            <a:endParaRPr lang="en-US" dirty="0"/>
          </a:p>
        </p:txBody>
      </p:sp>
      <p:sp>
        <p:nvSpPr>
          <p:cNvPr id="6" name="Slide Number Placeholder 5"/>
          <p:cNvSpPr>
            <a:spLocks noGrp="1"/>
          </p:cNvSpPr>
          <p:nvPr>
            <p:ph type="sldNum" sz="quarter" idx="12"/>
          </p:nvPr>
        </p:nvSpPr>
        <p:spPr>
          <a:xfrm>
            <a:off x="7882466" y="381001"/>
            <a:ext cx="667173"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47870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15616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26653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50657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51190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69216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10945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90091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48A87A34-81AB-432B-8DAE-1953F412C126}" type="datetimeFigureOut">
              <a:rPr lang="en-US" smtClean="0"/>
              <a:pPr/>
              <a:t>1/31/2026</a:t>
            </a:fld>
            <a:endParaRPr lang="en-US" dirty="0"/>
          </a:p>
        </p:txBody>
      </p:sp>
      <p:sp>
        <p:nvSpPr>
          <p:cNvPr id="6" name="Footer Placeholder 5"/>
          <p:cNvSpPr>
            <a:spLocks noGrp="1"/>
          </p:cNvSpPr>
          <p:nvPr>
            <p:ph type="ftr" sz="quarter" idx="11"/>
          </p:nvPr>
        </p:nvSpPr>
        <p:spPr>
          <a:xfrm>
            <a:off x="594360" y="381001"/>
            <a:ext cx="4830656" cy="365125"/>
          </a:xfrm>
        </p:spPr>
        <p:txBody>
          <a:bodyPr/>
          <a:lstStyle/>
          <a:p>
            <a:endParaRPr lang="en-US" dirty="0"/>
          </a:p>
        </p:txBody>
      </p:sp>
      <p:sp>
        <p:nvSpPr>
          <p:cNvPr id="7" name="Slide Number Placeholder 6"/>
          <p:cNvSpPr>
            <a:spLocks noGrp="1"/>
          </p:cNvSpPr>
          <p:nvPr>
            <p:ph type="sldNum" sz="quarter" idx="12"/>
          </p:nvPr>
        </p:nvSpPr>
        <p:spPr>
          <a:xfrm>
            <a:off x="7882466" y="381001"/>
            <a:ext cx="667174"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390421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5" name="Picture 14"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48A87A34-81AB-432B-8DAE-1953F412C126}" type="datetimeFigureOut">
              <a:rPr lang="en-US" smtClean="0"/>
              <a:pPr/>
              <a:t>1/31/2026</a:t>
            </a:fld>
            <a:endParaRPr lang="en-US" dirty="0"/>
          </a:p>
        </p:txBody>
      </p:sp>
      <p:sp>
        <p:nvSpPr>
          <p:cNvPr id="6" name="Footer Placeholder 5"/>
          <p:cNvSpPr>
            <a:spLocks noGrp="1"/>
          </p:cNvSpPr>
          <p:nvPr>
            <p:ph type="ftr" sz="quarter" idx="11"/>
          </p:nvPr>
        </p:nvSpPr>
        <p:spPr>
          <a:xfrm>
            <a:off x="594360" y="379438"/>
            <a:ext cx="4830656" cy="365125"/>
          </a:xfrm>
        </p:spPr>
        <p:txBody>
          <a:bodyPr/>
          <a:lstStyle/>
          <a:p>
            <a:endParaRPr lang="en-US" dirty="0"/>
          </a:p>
        </p:txBody>
      </p:sp>
      <p:sp>
        <p:nvSpPr>
          <p:cNvPr id="7" name="Slide Number Placeholder 6"/>
          <p:cNvSpPr>
            <a:spLocks noGrp="1"/>
          </p:cNvSpPr>
          <p:nvPr>
            <p:ph type="sldNum" sz="quarter" idx="12"/>
          </p:nvPr>
        </p:nvSpPr>
        <p:spPr>
          <a:xfrm>
            <a:off x="7882466" y="381001"/>
            <a:ext cx="667174" cy="365125"/>
          </a:xfrm>
        </p:spPr>
        <p:txBody>
          <a:bodyPr/>
          <a:lstStyle/>
          <a:p>
            <a:fld id="{6D22F896-40B5-4ADD-8801-0D06FADFA095}" type="slidenum">
              <a:rPr lang="en-US" smtClean="0"/>
              <a:t>‹#›</a:t>
            </a:fld>
            <a:endParaRPr lang="en-US" dirty="0"/>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7527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48A87A34-81AB-432B-8DAE-1953F412C126}" type="datetimeFigureOut">
              <a:rPr lang="en-US" smtClean="0"/>
              <a:pPr/>
              <a:t>1/31/2026</a:t>
            </a:fld>
            <a:endParaRPr lang="en-US" dirty="0"/>
          </a:p>
        </p:txBody>
      </p:sp>
      <p:sp>
        <p:nvSpPr>
          <p:cNvPr id="6" name="Footer Placeholder 5"/>
          <p:cNvSpPr>
            <a:spLocks noGrp="1"/>
          </p:cNvSpPr>
          <p:nvPr>
            <p:ph type="ftr" sz="quarter" idx="11"/>
          </p:nvPr>
        </p:nvSpPr>
        <p:spPr>
          <a:xfrm>
            <a:off x="594360" y="378884"/>
            <a:ext cx="4830656" cy="365125"/>
          </a:xfrm>
        </p:spPr>
        <p:txBody>
          <a:bodyPr/>
          <a:lstStyle/>
          <a:p>
            <a:endParaRPr lang="en-US" dirty="0"/>
          </a:p>
        </p:txBody>
      </p:sp>
      <p:sp>
        <p:nvSpPr>
          <p:cNvPr id="7" name="Slide Number Placeholder 6"/>
          <p:cNvSpPr>
            <a:spLocks noGrp="1"/>
          </p:cNvSpPr>
          <p:nvPr>
            <p:ph type="sldNum" sz="quarter" idx="12"/>
          </p:nvPr>
        </p:nvSpPr>
        <p:spPr>
          <a:xfrm>
            <a:off x="7882466" y="381001"/>
            <a:ext cx="667174"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772804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797661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761496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8060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48A87A34-81AB-432B-8DAE-1953F412C126}" type="datetimeFigureOut">
              <a:rPr lang="en-US" smtClean="0"/>
              <a:pPr/>
              <a:t>1/31/2026</a:t>
            </a:fld>
            <a:endParaRPr lang="en-US" dirty="0"/>
          </a:p>
        </p:txBody>
      </p:sp>
      <p:sp>
        <p:nvSpPr>
          <p:cNvPr id="5" name="Footer Placeholder 4"/>
          <p:cNvSpPr>
            <a:spLocks noGrp="1"/>
          </p:cNvSpPr>
          <p:nvPr>
            <p:ph type="ftr" sz="quarter" idx="11"/>
          </p:nvPr>
        </p:nvSpPr>
        <p:spPr>
          <a:xfrm>
            <a:off x="594360" y="381001"/>
            <a:ext cx="4830656" cy="365125"/>
          </a:xfrm>
        </p:spPr>
        <p:txBody>
          <a:bodyPr/>
          <a:lstStyle/>
          <a:p>
            <a:endParaRPr lang="en-US" dirty="0"/>
          </a:p>
        </p:txBody>
      </p:sp>
      <p:sp>
        <p:nvSpPr>
          <p:cNvPr id="6" name="Slide Number Placeholder 5"/>
          <p:cNvSpPr>
            <a:spLocks noGrp="1"/>
          </p:cNvSpPr>
          <p:nvPr>
            <p:ph type="sldNum" sz="quarter" idx="12"/>
          </p:nvPr>
        </p:nvSpPr>
        <p:spPr>
          <a:xfrm>
            <a:off x="7882466" y="381001"/>
            <a:ext cx="667174"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02105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1-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1/31/2026</a:t>
            </a:fld>
            <a:endParaRPr lang="en-US" dirty="0"/>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15741494"/>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904B58-D61A-04DC-B355-0C74E5661CAB}"/>
              </a:ext>
            </a:extLst>
          </p:cNvPr>
          <p:cNvSpPr txBox="1"/>
          <p:nvPr/>
        </p:nvSpPr>
        <p:spPr>
          <a:xfrm>
            <a:off x="251520" y="260648"/>
            <a:ext cx="8892480" cy="6863417"/>
          </a:xfrm>
          <a:prstGeom prst="rect">
            <a:avLst/>
          </a:prstGeom>
          <a:noFill/>
        </p:spPr>
        <p:txBody>
          <a:bodyPr wrap="square">
            <a:spAutoFit/>
          </a:bodyPr>
          <a:lstStyle/>
          <a:p>
            <a:pPr algn="ctr"/>
            <a:endParaRPr lang="en-IN" sz="2000" b="1" dirty="0">
              <a:latin typeface="Times New Roman" panose="02020603050405020304" pitchFamily="18" charset="0"/>
              <a:cs typeface="Times New Roman" panose="02020603050405020304" pitchFamily="18" charset="0"/>
            </a:endParaRPr>
          </a:p>
          <a:p>
            <a:pPr algn="ctr"/>
            <a:r>
              <a:rPr lang="en-IN" sz="2000" b="1" dirty="0">
                <a:solidFill>
                  <a:srgbClr val="00B050"/>
                </a:solidFill>
                <a:latin typeface="Times New Roman" panose="02020603050405020304" pitchFamily="18" charset="0"/>
                <a:cs typeface="Times New Roman" panose="02020603050405020304" pitchFamily="18" charset="0"/>
              </a:rPr>
              <a:t>Sri Venkateswara College of Engineering and Technology</a:t>
            </a:r>
          </a:p>
          <a:p>
            <a:pPr algn="ctr"/>
            <a:r>
              <a:rPr lang="en-IN" sz="2000" b="1" dirty="0">
                <a:solidFill>
                  <a:srgbClr val="00B050"/>
                </a:solidFill>
                <a:latin typeface="Times New Roman" panose="02020603050405020304" pitchFamily="18" charset="0"/>
                <a:cs typeface="Times New Roman" panose="02020603050405020304" pitchFamily="18" charset="0"/>
              </a:rPr>
              <a:t> (Autonomous)</a:t>
            </a:r>
          </a:p>
          <a:p>
            <a:pPr algn="ctr"/>
            <a:r>
              <a:rPr lang="en-US" sz="2000" b="1" dirty="0">
                <a:solidFill>
                  <a:srgbClr val="00B050"/>
                </a:solidFill>
                <a:effectLst/>
                <a:latin typeface="Times New Roman" panose="02020603050405020304" pitchFamily="18" charset="0"/>
                <a:ea typeface="Times New Roman" panose="02020603050405020304" pitchFamily="18" charset="0"/>
              </a:rPr>
              <a:t>R.V.S Nagar, Chittoor – 517 127. (A.P)</a:t>
            </a:r>
            <a:endParaRPr lang="en-IN" sz="2000" b="1" dirty="0">
              <a:solidFill>
                <a:srgbClr val="00B050"/>
              </a:solidFill>
              <a:latin typeface="Times New Roman" panose="02020603050405020304" pitchFamily="18" charset="0"/>
              <a:cs typeface="Times New Roman" panose="02020603050405020304" pitchFamily="18" charset="0"/>
            </a:endParaRPr>
          </a:p>
          <a:p>
            <a:pPr algn="ctr"/>
            <a:r>
              <a:rPr lang="en-IN" sz="1800" dirty="0" smtClean="0">
                <a:latin typeface="Times New Roman" panose="02020603050405020304" pitchFamily="18" charset="0"/>
                <a:cs typeface="Times New Roman" panose="02020603050405020304" pitchFamily="18" charset="0"/>
              </a:rPr>
              <a:t>B.Tech </a:t>
            </a:r>
            <a:r>
              <a:rPr lang="en-IN" sz="1800" dirty="0">
                <a:latin typeface="Times New Roman" panose="02020603050405020304" pitchFamily="18" charset="0"/>
                <a:cs typeface="Times New Roman" panose="02020603050405020304" pitchFamily="18" charset="0"/>
              </a:rPr>
              <a:t>– Computer Science and Engineering (AI &amp; ML)</a:t>
            </a:r>
          </a:p>
          <a:p>
            <a:pPr algn="ctr"/>
            <a:r>
              <a:rPr lang="en-IN" sz="1800" dirty="0">
                <a:latin typeface="Times New Roman" panose="02020603050405020304" pitchFamily="18" charset="0"/>
                <a:cs typeface="Times New Roman" panose="02020603050405020304" pitchFamily="18" charset="0"/>
              </a:rPr>
              <a:t>Academic Year:2025 – 2026</a:t>
            </a:r>
            <a:r>
              <a:rPr lang="en-IN" sz="1800" b="1" dirty="0">
                <a:latin typeface="Times New Roman" panose="02020603050405020304" pitchFamily="18" charset="0"/>
                <a:cs typeface="Times New Roman" panose="02020603050405020304" pitchFamily="18" charset="0"/>
              </a:rPr>
              <a:t/>
            </a:r>
            <a:br>
              <a:rPr lang="en-IN" sz="1800" b="1" dirty="0">
                <a:latin typeface="Times New Roman" panose="02020603050405020304" pitchFamily="18" charset="0"/>
                <a:cs typeface="Times New Roman" panose="02020603050405020304" pitchFamily="18" charset="0"/>
              </a:rPr>
            </a:br>
            <a:r>
              <a:rPr lang="en-IN" sz="1800" b="1" u="sng" dirty="0">
                <a:solidFill>
                  <a:srgbClr val="00B0F0"/>
                </a:solidFill>
                <a:latin typeface="Times New Roman" panose="02020603050405020304" pitchFamily="18" charset="0"/>
                <a:cs typeface="Times New Roman" panose="02020603050405020304" pitchFamily="18" charset="0"/>
              </a:rPr>
              <a:t>Project Title</a:t>
            </a:r>
            <a:r>
              <a:rPr lang="en-IN" sz="1800" dirty="0">
                <a:latin typeface="Times New Roman" panose="02020603050405020304" pitchFamily="18" charset="0"/>
                <a:cs typeface="Times New Roman" panose="02020603050405020304" pitchFamily="18" charset="0"/>
              </a:rPr>
              <a:t/>
            </a:r>
            <a:br>
              <a:rPr lang="en-IN" sz="1800" dirty="0">
                <a:latin typeface="Times New Roman" panose="02020603050405020304" pitchFamily="18" charset="0"/>
                <a:cs typeface="Times New Roman" panose="02020603050405020304" pitchFamily="18" charset="0"/>
              </a:rPr>
            </a:br>
            <a:r>
              <a:rPr lang="en-IN" i="1" dirty="0" smtClean="0">
                <a:latin typeface="Times New Roman" panose="02020603050405020304" pitchFamily="18" charset="0"/>
                <a:cs typeface="Times New Roman" panose="02020603050405020304" pitchFamily="18" charset="0"/>
              </a:rPr>
              <a:t>Employee performance prediction and productivity Analysis</a:t>
            </a:r>
            <a:endParaRPr lang="en-IN" sz="1800" i="1"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Submitted By</a:t>
            </a:r>
            <a:r>
              <a:rPr lang="en-IN" b="1" dirty="0">
                <a:latin typeface="Times New Roman" panose="02020603050405020304" pitchFamily="18" charset="0"/>
                <a:cs typeface="Times New Roman" panose="02020603050405020304" pitchFamily="18" charset="0"/>
              </a:rPr>
              <a:t>:</a:t>
            </a: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pPr algn="ctr"/>
            <a:r>
              <a:rPr lang="en-IN" b="1" dirty="0">
                <a:latin typeface="Times New Roman" panose="02020603050405020304" pitchFamily="18" charset="0"/>
                <a:cs typeface="Times New Roman" panose="02020603050405020304" pitchFamily="18" charset="0"/>
              </a:rPr>
              <a:t>Under the Guidance of</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smtClean="0">
                <a:latin typeface="Times New Roman" panose="02020603050405020304" pitchFamily="18" charset="0"/>
                <a:cs typeface="Times New Roman" panose="02020603050405020304" pitchFamily="18" charset="0"/>
              </a:rPr>
              <a:t>Mr.K.Anjaneyulu M. Tech</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smtClean="0">
                <a:latin typeface="Times New Roman" panose="02020603050405020304" pitchFamily="18" charset="0"/>
                <a:cs typeface="Times New Roman" panose="02020603050405020304" pitchFamily="18" charset="0"/>
              </a:rPr>
              <a:t>Assistant Professor</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Department of CSE (AI &amp; ML)</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p>
        </p:txBody>
      </p:sp>
      <p:graphicFrame>
        <p:nvGraphicFramePr>
          <p:cNvPr id="4" name="Table 3">
            <a:extLst>
              <a:ext uri="{FF2B5EF4-FFF2-40B4-BE49-F238E27FC236}">
                <a16:creationId xmlns:a16="http://schemas.microsoft.com/office/drawing/2014/main" id="{4105305B-10CE-1345-15A5-50027188FEE1}"/>
              </a:ext>
            </a:extLst>
          </p:cNvPr>
          <p:cNvGraphicFramePr>
            <a:graphicFrameLocks noGrp="1"/>
          </p:cNvGraphicFramePr>
          <p:nvPr>
            <p:extLst>
              <p:ext uri="{D42A27DB-BD31-4B8C-83A1-F6EECF244321}">
                <p14:modId xmlns:p14="http://schemas.microsoft.com/office/powerpoint/2010/main" val="1068651889"/>
              </p:ext>
            </p:extLst>
          </p:nvPr>
        </p:nvGraphicFramePr>
        <p:xfrm>
          <a:off x="3223607" y="3212976"/>
          <a:ext cx="2948305" cy="1586484"/>
        </p:xfrm>
        <a:graphic>
          <a:graphicData uri="http://schemas.openxmlformats.org/drawingml/2006/table">
            <a:tbl>
              <a:tblPr firstRow="1" firstCol="1" bandRow="1">
                <a:tableStyleId>{073A0DAA-6AF3-43AB-8588-CEC1D06C72B9}</a:tableStyleId>
              </a:tblPr>
              <a:tblGrid>
                <a:gridCol w="1460500">
                  <a:extLst>
                    <a:ext uri="{9D8B030D-6E8A-4147-A177-3AD203B41FA5}">
                      <a16:colId xmlns:a16="http://schemas.microsoft.com/office/drawing/2014/main" val="49859404"/>
                    </a:ext>
                  </a:extLst>
                </a:gridCol>
                <a:gridCol w="1487805">
                  <a:extLst>
                    <a:ext uri="{9D8B030D-6E8A-4147-A177-3AD203B41FA5}">
                      <a16:colId xmlns:a16="http://schemas.microsoft.com/office/drawing/2014/main" val="4221890562"/>
                    </a:ext>
                  </a:extLst>
                </a:gridCol>
              </a:tblGrid>
              <a:tr h="195580">
                <a:tc>
                  <a:txBody>
                    <a:bodyPr/>
                    <a:lstStyle/>
                    <a:p>
                      <a:pPr algn="just">
                        <a:lnSpc>
                          <a:spcPct val="115000"/>
                        </a:lnSpc>
                        <a:buNone/>
                      </a:pPr>
                      <a:r>
                        <a:rPr lang="en-IN" sz="1400" kern="100" dirty="0">
                          <a:effectLst/>
                        </a:rPr>
                        <a:t>Student Name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a:effectLst/>
                        </a:rPr>
                        <a:t>Register Number</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38930004"/>
                  </a:ext>
                </a:extLst>
              </a:tr>
              <a:tr h="203835">
                <a:tc>
                  <a:txBody>
                    <a:bodyPr/>
                    <a:lstStyle/>
                    <a:p>
                      <a:pPr algn="just">
                        <a:lnSpc>
                          <a:spcPct val="115000"/>
                        </a:lnSpc>
                        <a:buNone/>
                      </a:pPr>
                      <a:r>
                        <a:rPr lang="en-US" sz="1400" kern="100" dirty="0" smtClean="0">
                          <a:effectLst/>
                          <a:latin typeface="+mn-lt"/>
                          <a:ea typeface="+mn-ea"/>
                          <a:cs typeface="+mn-cs"/>
                        </a:rPr>
                        <a:t>Y.Ganesh</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dirty="0" smtClean="0">
                          <a:effectLst/>
                        </a:rPr>
                        <a:t>22781A33E5</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9621045"/>
                  </a:ext>
                </a:extLst>
              </a:tr>
              <a:tr h="195580">
                <a:tc>
                  <a:txBody>
                    <a:bodyPr/>
                    <a:lstStyle/>
                    <a:p>
                      <a:pPr algn="just">
                        <a:lnSpc>
                          <a:spcPct val="115000"/>
                        </a:lnSpc>
                        <a:buNone/>
                      </a:pPr>
                      <a:r>
                        <a:rPr lang="en-US" sz="1400" kern="100" dirty="0" smtClean="0">
                          <a:effectLst/>
                          <a:latin typeface="+mn-lt"/>
                          <a:ea typeface="+mn-ea"/>
                          <a:cs typeface="+mn-cs"/>
                        </a:rPr>
                        <a:t>Y.Sindhu</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dirty="0" smtClean="0">
                          <a:effectLst/>
                        </a:rPr>
                        <a:t>23785A3318</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07428782"/>
                  </a:ext>
                </a:extLst>
              </a:tr>
              <a:tr h="195580">
                <a:tc>
                  <a:txBody>
                    <a:bodyPr/>
                    <a:lstStyle/>
                    <a:p>
                      <a:pPr algn="just">
                        <a:lnSpc>
                          <a:spcPct val="115000"/>
                        </a:lnSpc>
                        <a:buNone/>
                      </a:pPr>
                      <a:r>
                        <a:rPr lang="en-US" sz="1400" kern="100" dirty="0" smtClean="0">
                          <a:effectLst/>
                          <a:latin typeface="+mn-lt"/>
                          <a:ea typeface="+mn-ea"/>
                          <a:cs typeface="+mn-cs"/>
                        </a:rPr>
                        <a:t>P.Praveen</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dirty="0" smtClean="0">
                          <a:effectLst/>
                        </a:rPr>
                        <a:t>22781A3394</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41074553"/>
                  </a:ext>
                </a:extLst>
              </a:tr>
              <a:tr h="184956">
                <a:tc>
                  <a:txBody>
                    <a:bodyPr/>
                    <a:lstStyle/>
                    <a:p>
                      <a:pPr algn="just">
                        <a:lnSpc>
                          <a:spcPct val="115000"/>
                        </a:lnSpc>
                        <a:buNone/>
                      </a:pPr>
                      <a:r>
                        <a:rPr lang="en-US" sz="1400" kern="100" dirty="0" smtClean="0">
                          <a:effectLst/>
                          <a:latin typeface="+mn-lt"/>
                          <a:ea typeface="+mn-ea"/>
                          <a:cs typeface="+mn-cs"/>
                        </a:rPr>
                        <a:t>V.Viswa</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dirty="0" smtClean="0">
                          <a:effectLst/>
                        </a:rPr>
                        <a:t>22781A33E4</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77973604"/>
                  </a:ext>
                </a:extLst>
              </a:tr>
              <a:tr h="195580">
                <a:tc>
                  <a:txBody>
                    <a:bodyPr/>
                    <a:lstStyle/>
                    <a:p>
                      <a:pPr algn="just">
                        <a:lnSpc>
                          <a:spcPct val="115000"/>
                        </a:lnSpc>
                        <a:buNone/>
                      </a:pPr>
                      <a:r>
                        <a:rPr lang="en-US" sz="1400" kern="100" dirty="0" smtClean="0">
                          <a:effectLst/>
                          <a:latin typeface="+mn-lt"/>
                          <a:ea typeface="+mn-ea"/>
                          <a:cs typeface="+mn-cs"/>
                        </a:rPr>
                        <a:t>N.Siddu</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dirty="0" smtClean="0">
                          <a:effectLst/>
                        </a:rPr>
                        <a:t>23781A3393</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10398844"/>
                  </a:ext>
                </a:extLst>
              </a:tr>
            </a:tbl>
          </a:graphicData>
        </a:graphic>
      </p:graphicFrame>
      <p:pic>
        <p:nvPicPr>
          <p:cNvPr id="6" name="Image 1">
            <a:extLst>
              <a:ext uri="{FF2B5EF4-FFF2-40B4-BE49-F238E27FC236}">
                <a16:creationId xmlns:a16="http://schemas.microsoft.com/office/drawing/2014/main" id="{3AE688BE-4519-350E-31EB-EC4477AE3305}"/>
              </a:ext>
            </a:extLst>
          </p:cNvPr>
          <p:cNvPicPr>
            <a:picLocks/>
          </p:cNvPicPr>
          <p:nvPr/>
        </p:nvPicPr>
        <p:blipFill>
          <a:blip r:embed="rId2" cstate="print"/>
          <a:stretch>
            <a:fillRect/>
          </a:stretch>
        </p:blipFill>
        <p:spPr>
          <a:xfrm>
            <a:off x="467544" y="692696"/>
            <a:ext cx="1080000" cy="1080000"/>
          </a:xfrm>
          <a:prstGeom prst="rect">
            <a:avLst/>
          </a:prstGeom>
        </p:spPr>
      </p:pic>
    </p:spTree>
    <p:extLst>
      <p:ext uri="{BB962C8B-B14F-4D97-AF65-F5344CB8AC3E}">
        <p14:creationId xmlns:p14="http://schemas.microsoft.com/office/powerpoint/2010/main" val="2276711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C85B0E-F12F-42FE-025D-23802117FEB7}"/>
              </a:ext>
            </a:extLst>
          </p:cNvPr>
          <p:cNvSpPr txBox="1"/>
          <p:nvPr/>
        </p:nvSpPr>
        <p:spPr>
          <a:xfrm>
            <a:off x="755576" y="1412775"/>
            <a:ext cx="7272808" cy="5355312"/>
          </a:xfrm>
          <a:prstGeom prst="rect">
            <a:avLst/>
          </a:prstGeom>
          <a:noFill/>
        </p:spPr>
        <p:txBody>
          <a:bodyPr wrap="square">
            <a:spAutoFit/>
          </a:bodyPr>
          <a:lstStyle/>
          <a:p>
            <a:pPr algn="ctr"/>
            <a:r>
              <a:rPr lang="en-US" b="1" dirty="0" smtClean="0">
                <a:solidFill>
                  <a:schemeClr val="accent2"/>
                </a:solidFill>
              </a:rPr>
              <a:t>ABSTRACT</a:t>
            </a:r>
          </a:p>
          <a:p>
            <a:pPr algn="ctr"/>
            <a:endParaRPr lang="en-US" b="1" dirty="0" smtClean="0">
              <a:solidFill>
                <a:schemeClr val="accent2"/>
              </a:solidFill>
            </a:endParaRPr>
          </a:p>
          <a:p>
            <a:pPr algn="just"/>
            <a:r>
              <a:rPr lang="en-US" dirty="0"/>
              <a:t>E</a:t>
            </a:r>
            <a:r>
              <a:rPr lang="en-US" dirty="0" smtClean="0"/>
              <a:t>mployee </a:t>
            </a:r>
            <a:r>
              <a:rPr lang="en-US" dirty="0"/>
              <a:t>performance evaluation plays a crucial role in organizational </a:t>
            </a:r>
            <a:r>
              <a:rPr lang="en-US" dirty="0" smtClean="0"/>
              <a:t>growth </a:t>
            </a:r>
            <a:r>
              <a:rPr lang="en-US" dirty="0"/>
              <a:t>and productivity. Traditional performance assessment methods are often manual, subjective, and time-consuming, leading to biased and inaccurate decisions. This project, </a:t>
            </a:r>
            <a:r>
              <a:rPr lang="en-US" b="1" dirty="0"/>
              <a:t>Employee Performance Prediction and Productivity Analysis</a:t>
            </a:r>
            <a:r>
              <a:rPr lang="en-US" dirty="0"/>
              <a:t>, proposes a machine learning–based system to predict employee performance using work-related attributes such as attendance, working hours, experience, productivity metrics, and feedback.</a:t>
            </a:r>
          </a:p>
          <a:p>
            <a:pPr algn="just"/>
            <a:r>
              <a:rPr lang="en-US" dirty="0"/>
              <a:t>The system collects and preprocesses employee data, applies feature engineering techniques, and trains classification models to categorize employees into different performance levels such as high, average, and low. Machine learning algorithms like Logistic Regression, Random Forest, and </a:t>
            </a:r>
            <a:r>
              <a:rPr lang="en-US" dirty="0" smtClean="0"/>
              <a:t>XG boost </a:t>
            </a:r>
            <a:r>
              <a:rPr lang="en-US" dirty="0"/>
              <a:t>are used to achieve accurate and reliable predictions. The trained model is integrated with a user-friendly interface to display performance insights and prediction results.</a:t>
            </a:r>
          </a:p>
        </p:txBody>
      </p:sp>
    </p:spTree>
    <p:extLst>
      <p:ext uri="{BB962C8B-B14F-4D97-AF65-F5344CB8AC3E}">
        <p14:creationId xmlns:p14="http://schemas.microsoft.com/office/powerpoint/2010/main" val="3228427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050309BE-559A-1537-6FCC-B358B0FC94B0}"/>
              </a:ext>
            </a:extLst>
          </p:cNvPr>
          <p:cNvSpPr>
            <a:spLocks noGrp="1" noChangeArrowheads="1"/>
          </p:cNvSpPr>
          <p:nvPr>
            <p:ph idx="1"/>
          </p:nvPr>
        </p:nvSpPr>
        <p:spPr>
          <a:xfrm>
            <a:off x="827584" y="692696"/>
            <a:ext cx="6769100" cy="5400600"/>
          </a:xfrm>
        </p:spPr>
        <p:txBody>
          <a:bodyPr/>
          <a:lstStyle/>
          <a:p>
            <a:pPr marL="0" indent="0">
              <a:buNone/>
            </a:pPr>
            <a:endParaRPr lang="en-IN" sz="2000" b="1" dirty="0">
              <a:solidFill>
                <a:srgbClr val="00B0F0"/>
              </a:solidFill>
              <a:latin typeface="Times New Roman" panose="02020603050405020304" pitchFamily="18" charset="0"/>
              <a:cs typeface="Times New Roman" panose="02020603050405020304" pitchFamily="18" charset="0"/>
            </a:endParaRPr>
          </a:p>
          <a:p>
            <a:pPr marL="0" indent="0">
              <a:buNone/>
            </a:pPr>
            <a:r>
              <a:rPr lang="en-IN" sz="2000" b="1" dirty="0" smtClean="0">
                <a:solidFill>
                  <a:schemeClr val="accent2"/>
                </a:solidFill>
                <a:latin typeface="Times New Roman" panose="02020603050405020304" pitchFamily="18" charset="0"/>
                <a:cs typeface="Times New Roman" panose="02020603050405020304" pitchFamily="18" charset="0"/>
              </a:rPr>
              <a:t>                                         AGENDA  </a:t>
            </a:r>
          </a:p>
          <a:p>
            <a:pPr marL="0" indent="0">
              <a:buNone/>
            </a:pPr>
            <a:endParaRPr lang="en-IN" sz="2000" b="1" dirty="0">
              <a:solidFill>
                <a:schemeClr val="accent2"/>
              </a:solidFill>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Introduction</a:t>
            </a:r>
          </a:p>
          <a:p>
            <a:r>
              <a:rPr lang="en-IN" sz="2000" dirty="0">
                <a:latin typeface="Times New Roman" panose="02020603050405020304" pitchFamily="18" charset="0"/>
                <a:cs typeface="Times New Roman" panose="02020603050405020304" pitchFamily="18" charset="0"/>
              </a:rPr>
              <a:t>Problem Statement</a:t>
            </a:r>
          </a:p>
          <a:p>
            <a:r>
              <a:rPr lang="en-IN" sz="2000" dirty="0">
                <a:latin typeface="Times New Roman" panose="02020603050405020304" pitchFamily="18" charset="0"/>
                <a:cs typeface="Times New Roman" panose="02020603050405020304" pitchFamily="18" charset="0"/>
              </a:rPr>
              <a:t>Existing System</a:t>
            </a:r>
          </a:p>
          <a:p>
            <a:r>
              <a:rPr lang="en-IN" sz="2000" dirty="0">
                <a:latin typeface="Times New Roman" panose="02020603050405020304" pitchFamily="18" charset="0"/>
                <a:cs typeface="Times New Roman" panose="02020603050405020304" pitchFamily="18" charset="0"/>
              </a:rPr>
              <a:t>Proposed System</a:t>
            </a:r>
          </a:p>
          <a:p>
            <a:r>
              <a:rPr lang="en-IN" sz="2000" dirty="0">
                <a:latin typeface="Times New Roman" panose="02020603050405020304" pitchFamily="18" charset="0"/>
                <a:cs typeface="Times New Roman" panose="02020603050405020304" pitchFamily="18" charset="0"/>
              </a:rPr>
              <a:t>System Architecture</a:t>
            </a:r>
          </a:p>
          <a:p>
            <a:r>
              <a:rPr lang="en-IN" sz="2000" dirty="0">
                <a:latin typeface="Times New Roman" panose="02020603050405020304" pitchFamily="18" charset="0"/>
                <a:cs typeface="Times New Roman" panose="02020603050405020304" pitchFamily="18" charset="0"/>
              </a:rPr>
              <a:t>Methodology</a:t>
            </a:r>
          </a:p>
          <a:p>
            <a:r>
              <a:rPr lang="en-IN" sz="2000" dirty="0">
                <a:latin typeface="Times New Roman" panose="02020603050405020304" pitchFamily="18" charset="0"/>
                <a:cs typeface="Times New Roman" panose="02020603050405020304" pitchFamily="18" charset="0"/>
              </a:rPr>
              <a:t>Implementation</a:t>
            </a:r>
          </a:p>
          <a:p>
            <a:r>
              <a:rPr lang="en-IN" sz="2000" dirty="0" smtClean="0">
                <a:latin typeface="Times New Roman" panose="02020603050405020304" pitchFamily="18" charset="0"/>
                <a:cs typeface="Times New Roman" panose="02020603050405020304" pitchFamily="18" charset="0"/>
              </a:rPr>
              <a:t>Conclusion</a:t>
            </a:r>
            <a:endParaRPr lang="en-IN" sz="2000" dirty="0">
              <a:latin typeface="Times New Roman" panose="02020603050405020304" pitchFamily="18" charset="0"/>
              <a:cs typeface="Times New Roman" panose="02020603050405020304" pitchFamily="18" charset="0"/>
            </a:endParaRPr>
          </a:p>
          <a:p>
            <a:pPr>
              <a:lnSpc>
                <a:spcPct val="90000"/>
              </a:lnSpc>
            </a:pPr>
            <a:endParaRPr lang="uk-UA" alt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AD5E82-6999-1F51-60E5-9FBAB119905F}"/>
              </a:ext>
            </a:extLst>
          </p:cNvPr>
          <p:cNvSpPr txBox="1"/>
          <p:nvPr/>
        </p:nvSpPr>
        <p:spPr>
          <a:xfrm>
            <a:off x="755576" y="1844824"/>
            <a:ext cx="7164796" cy="3139321"/>
          </a:xfrm>
          <a:prstGeom prst="rect">
            <a:avLst/>
          </a:prstGeom>
          <a:noFill/>
        </p:spPr>
        <p:txBody>
          <a:bodyPr wrap="square">
            <a:spAutoFit/>
          </a:bodyPr>
          <a:lstStyle/>
          <a:p>
            <a:pPr marL="342900" indent="-342900" algn="ctr">
              <a:buAutoNum type="arabicPeriod"/>
            </a:pPr>
            <a:r>
              <a:rPr lang="en-US" b="1" dirty="0" smtClean="0">
                <a:solidFill>
                  <a:schemeClr val="accent2"/>
                </a:solidFill>
                <a:latin typeface="Times New Roman" panose="02020603050405020304" pitchFamily="18" charset="0"/>
                <a:cs typeface="Times New Roman" panose="02020603050405020304" pitchFamily="18" charset="0"/>
              </a:rPr>
              <a:t>INTRODUCTION</a:t>
            </a:r>
          </a:p>
          <a:p>
            <a:pPr marL="342900" indent="-342900" algn="ctr">
              <a:buAutoNum type="arabicPeriod"/>
            </a:pPr>
            <a:endParaRPr lang="en-US" b="1" dirty="0" smtClean="0">
              <a:solidFill>
                <a:schemeClr val="accent2"/>
              </a:solidFill>
              <a:latin typeface="Times New Roman" panose="02020603050405020304" pitchFamily="18" charset="0"/>
              <a:cs typeface="Times New Roman" panose="02020603050405020304" pitchFamily="18" charset="0"/>
            </a:endParaRPr>
          </a:p>
          <a:p>
            <a:pPr algn="just"/>
            <a:r>
              <a:rPr lang="en-US" dirty="0"/>
              <a:t>Employee Performance Prediction and Productivity Analysis is a machine learning–based system designed to evaluate and predict employee performance using work-related data. The project aims to assist organizations in making data-driven HR decisions by analyzing factors such as attendance, working hours, experience, productivity metrics, and feedback. By automating performance evaluation, the system reduces human bias and improves organizational efficiency.</a:t>
            </a:r>
          </a:p>
          <a:p>
            <a:pPr marL="342900" indent="-342900">
              <a:buAutoNum type="arabicPeriod"/>
            </a:pPr>
            <a:endParaRPr lang="en-US" b="1" dirty="0" smtClean="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6169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D082CF-D244-4BEC-13DC-8A7C990F694A}"/>
              </a:ext>
            </a:extLst>
          </p:cNvPr>
          <p:cNvSpPr txBox="1"/>
          <p:nvPr/>
        </p:nvSpPr>
        <p:spPr>
          <a:xfrm>
            <a:off x="1115616" y="1988840"/>
            <a:ext cx="6822504" cy="2862322"/>
          </a:xfrm>
          <a:prstGeom prst="rect">
            <a:avLst/>
          </a:prstGeom>
          <a:noFill/>
        </p:spPr>
        <p:txBody>
          <a:bodyPr wrap="square">
            <a:spAutoFit/>
          </a:bodyPr>
          <a:lstStyle/>
          <a:p>
            <a:pPr algn="ctr">
              <a:buNone/>
            </a:pPr>
            <a:r>
              <a:rPr lang="en-US" b="1" dirty="0">
                <a:solidFill>
                  <a:schemeClr val="accent2"/>
                </a:solidFill>
                <a:latin typeface="Times New Roman" panose="02020603050405020304" pitchFamily="18" charset="0"/>
                <a:cs typeface="Times New Roman" panose="02020603050405020304" pitchFamily="18" charset="0"/>
              </a:rPr>
              <a:t>2. PROBLEM STATEMENT </a:t>
            </a:r>
            <a:endParaRPr lang="en-US" b="1" dirty="0" smtClean="0">
              <a:solidFill>
                <a:schemeClr val="accent2"/>
              </a:solidFill>
              <a:latin typeface="Times New Roman" panose="02020603050405020304" pitchFamily="18" charset="0"/>
              <a:cs typeface="Times New Roman" panose="02020603050405020304" pitchFamily="18" charset="0"/>
            </a:endParaRPr>
          </a:p>
          <a:p>
            <a:pPr algn="ctr">
              <a:buNone/>
            </a:pPr>
            <a:endParaRPr lang="en-US" b="1" dirty="0" smtClean="0">
              <a:solidFill>
                <a:schemeClr val="accent1"/>
              </a:solidFill>
              <a:latin typeface="Times New Roman" panose="02020603050405020304" pitchFamily="18" charset="0"/>
              <a:cs typeface="Times New Roman" panose="02020603050405020304" pitchFamily="18" charset="0"/>
            </a:endParaRPr>
          </a:p>
          <a:p>
            <a:pPr algn="just"/>
            <a:r>
              <a:rPr lang="en-US" dirty="0"/>
              <a:t>Traditional employee performance evaluation methods are often manual, subjective, and time-consuming. These approaches may lead to biased decisions, delayed feedback, and inaccurate performance assessments. There is a need for an intelligent system that can analyze employee data efficiently and predict performance levels accurately to support better decision-making.</a:t>
            </a:r>
          </a:p>
          <a:p>
            <a:pPr algn="just">
              <a:buNone/>
            </a:pPr>
            <a:endParaRPr lang="en-US"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638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352B88-C6CB-F424-3F87-450D125A06C4}"/>
              </a:ext>
            </a:extLst>
          </p:cNvPr>
          <p:cNvSpPr txBox="1"/>
          <p:nvPr/>
        </p:nvSpPr>
        <p:spPr>
          <a:xfrm>
            <a:off x="1403648" y="1772816"/>
            <a:ext cx="6984776" cy="2308324"/>
          </a:xfrm>
          <a:prstGeom prst="rect">
            <a:avLst/>
          </a:prstGeom>
          <a:noFill/>
        </p:spPr>
        <p:txBody>
          <a:bodyPr wrap="square">
            <a:spAutoFit/>
          </a:bodyPr>
          <a:lstStyle/>
          <a:p>
            <a:r>
              <a:rPr lang="en-US" b="1" dirty="0" smtClean="0">
                <a:solidFill>
                  <a:schemeClr val="accent2"/>
                </a:solidFill>
                <a:latin typeface="Times New Roman" panose="02020603050405020304" pitchFamily="18" charset="0"/>
                <a:cs typeface="Times New Roman" panose="02020603050405020304" pitchFamily="18" charset="0"/>
              </a:rPr>
              <a:t>                               </a:t>
            </a:r>
            <a:r>
              <a:rPr lang="en-US" b="1" dirty="0" smtClean="0">
                <a:solidFill>
                  <a:schemeClr val="accent2"/>
                </a:solidFill>
                <a:latin typeface="Times New Roman" panose="02020603050405020304" pitchFamily="18" charset="0"/>
                <a:cs typeface="Times New Roman" panose="02020603050405020304" pitchFamily="18" charset="0"/>
              </a:rPr>
              <a:t>    </a:t>
            </a:r>
            <a:r>
              <a:rPr lang="en-US" b="1" dirty="0" smtClean="0">
                <a:solidFill>
                  <a:schemeClr val="accent2"/>
                </a:solidFill>
                <a:latin typeface="Times New Roman" panose="02020603050405020304" pitchFamily="18" charset="0"/>
                <a:cs typeface="Times New Roman" panose="02020603050405020304" pitchFamily="18" charset="0"/>
              </a:rPr>
              <a:t>EXISTING </a:t>
            </a:r>
            <a:r>
              <a:rPr lang="en-US" b="1" dirty="0">
                <a:solidFill>
                  <a:schemeClr val="accent2"/>
                </a:solidFill>
                <a:latin typeface="Times New Roman" panose="02020603050405020304" pitchFamily="18" charset="0"/>
                <a:cs typeface="Times New Roman" panose="02020603050405020304" pitchFamily="18" charset="0"/>
              </a:rPr>
              <a:t>SYSTEM </a:t>
            </a:r>
            <a:endParaRPr lang="en-US" b="1" dirty="0" smtClean="0">
              <a:solidFill>
                <a:schemeClr val="accent2"/>
              </a:solidFill>
              <a:latin typeface="Times New Roman" panose="02020603050405020304" pitchFamily="18" charset="0"/>
              <a:cs typeface="Times New Roman" panose="02020603050405020304" pitchFamily="18" charset="0"/>
            </a:endParaRPr>
          </a:p>
          <a:p>
            <a:endParaRPr lang="en-US" b="1" dirty="0" smtClean="0">
              <a:solidFill>
                <a:schemeClr val="accent1"/>
              </a:solidFill>
              <a:latin typeface="Times New Roman" panose="02020603050405020304" pitchFamily="18" charset="0"/>
              <a:cs typeface="Times New Roman" panose="02020603050405020304" pitchFamily="18" charset="0"/>
            </a:endParaRPr>
          </a:p>
          <a:p>
            <a:r>
              <a:rPr lang="en-US" dirty="0"/>
              <a:t>In the existing system, employee performance is mainly evaluated through manual reviews, supervisor feedback, and periodic appraisals. These methods depend heavily on human judgment, which can be inconsistent and biased. Data is often scattered across multiple sources, making analysis difficult, and predictive insights are not available.</a:t>
            </a:r>
            <a:endParaRPr lang="en-US"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3508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1D04C5-E59B-E7F6-6DCC-02A3916AE232}"/>
              </a:ext>
            </a:extLst>
          </p:cNvPr>
          <p:cNvSpPr txBox="1"/>
          <p:nvPr/>
        </p:nvSpPr>
        <p:spPr>
          <a:xfrm>
            <a:off x="1043608" y="1772816"/>
            <a:ext cx="6984776" cy="4247317"/>
          </a:xfrm>
          <a:prstGeom prst="rect">
            <a:avLst/>
          </a:prstGeom>
          <a:noFill/>
        </p:spPr>
        <p:txBody>
          <a:bodyPr wrap="square">
            <a:spAutoFit/>
          </a:bodyPr>
          <a:lstStyle/>
          <a:p>
            <a:pPr algn="ctr">
              <a:lnSpc>
                <a:spcPct val="150000"/>
              </a:lnSpc>
              <a:buNone/>
            </a:pPr>
            <a:r>
              <a:rPr lang="en-US" b="1" dirty="0">
                <a:solidFill>
                  <a:schemeClr val="accent2"/>
                </a:solidFill>
                <a:latin typeface="Times New Roman" panose="02020603050405020304" pitchFamily="18" charset="0"/>
                <a:cs typeface="Times New Roman" panose="02020603050405020304" pitchFamily="18" charset="0"/>
              </a:rPr>
              <a:t>PROPOSED </a:t>
            </a:r>
            <a:r>
              <a:rPr lang="en-US" b="1" dirty="0" smtClean="0">
                <a:solidFill>
                  <a:schemeClr val="accent2"/>
                </a:solidFill>
                <a:latin typeface="Times New Roman" panose="02020603050405020304" pitchFamily="18" charset="0"/>
                <a:cs typeface="Times New Roman" panose="02020603050405020304" pitchFamily="18" charset="0"/>
              </a:rPr>
              <a:t>SYSTEM</a:t>
            </a:r>
          </a:p>
          <a:p>
            <a:pPr algn="ctr">
              <a:lnSpc>
                <a:spcPct val="150000"/>
              </a:lnSpc>
              <a:buNone/>
            </a:pPr>
            <a:endParaRPr lang="en-US" b="1" dirty="0" smtClean="0">
              <a:solidFill>
                <a:schemeClr val="accent2"/>
              </a:solidFill>
              <a:latin typeface="Times New Roman" panose="02020603050405020304" pitchFamily="18" charset="0"/>
              <a:cs typeface="Times New Roman" panose="02020603050405020304" pitchFamily="18" charset="0"/>
            </a:endParaRPr>
          </a:p>
          <a:p>
            <a:pPr algn="just">
              <a:lnSpc>
                <a:spcPct val="150000"/>
              </a:lnSpc>
              <a:buNone/>
            </a:pPr>
            <a:r>
              <a:rPr lang="en-US" dirty="0" smtClean="0"/>
              <a:t>The </a:t>
            </a:r>
            <a:r>
              <a:rPr lang="en-US" dirty="0"/>
              <a:t>proposed system uses machine learning techniques to predict employee performance and analyze productivity. It collects and processes employee-related attributes, applies feature engineering, and trains classification models to categorize employees into performance levels such as high, medium, or low. The system provides accurate, fast, and unbiased performance predictions through an interactive interface.</a:t>
            </a:r>
            <a:endParaRPr lang="en-US"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2521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C78ABC-C9B9-6D00-BC35-08DB73A08225}"/>
              </a:ext>
            </a:extLst>
          </p:cNvPr>
          <p:cNvSpPr txBox="1"/>
          <p:nvPr/>
        </p:nvSpPr>
        <p:spPr>
          <a:xfrm>
            <a:off x="899592" y="1988840"/>
            <a:ext cx="7272808" cy="2308324"/>
          </a:xfrm>
          <a:prstGeom prst="rect">
            <a:avLst/>
          </a:prstGeom>
          <a:noFill/>
        </p:spPr>
        <p:txBody>
          <a:bodyPr wrap="square">
            <a:spAutoFit/>
          </a:bodyPr>
          <a:lstStyle/>
          <a:p>
            <a:pPr algn="ctr">
              <a:buNone/>
            </a:pPr>
            <a:r>
              <a:rPr lang="en-US" dirty="0" smtClean="0">
                <a:solidFill>
                  <a:schemeClr val="accent2"/>
                </a:solidFill>
                <a:latin typeface="Times New Roman" panose="02020603050405020304" pitchFamily="18" charset="0"/>
                <a:cs typeface="Times New Roman" panose="02020603050405020304" pitchFamily="18" charset="0"/>
              </a:rPr>
              <a:t>SYSTEM ARCHITECTURE </a:t>
            </a:r>
          </a:p>
          <a:p>
            <a:pPr algn="ctr">
              <a:buNone/>
            </a:pPr>
            <a:endParaRPr lang="en-US" b="1" dirty="0" smtClean="0">
              <a:solidFill>
                <a:schemeClr val="accent1"/>
              </a:solidFill>
              <a:latin typeface="Times New Roman" panose="02020603050405020304" pitchFamily="18" charset="0"/>
              <a:cs typeface="Times New Roman" panose="02020603050405020304" pitchFamily="18" charset="0"/>
            </a:endParaRPr>
          </a:p>
          <a:p>
            <a:pPr algn="just">
              <a:buNone/>
            </a:pPr>
            <a:r>
              <a:rPr lang="en-US" dirty="0" smtClean="0"/>
              <a:t>The </a:t>
            </a:r>
            <a:r>
              <a:rPr lang="en-US" dirty="0"/>
              <a:t>system architecture consists of data collection, data preprocessing, model training, and prediction layers. Employee data is stored in a database, preprocessed using Python libraries, and fed into machine learning models. The trained model is integrated with a user interface (</a:t>
            </a:r>
            <a:r>
              <a:rPr lang="en-US" dirty="0" err="1"/>
              <a:t>Streamlit</a:t>
            </a:r>
            <a:r>
              <a:rPr lang="en-US" dirty="0"/>
              <a:t>/CLI) to display predictions and analytics results to the user.</a:t>
            </a:r>
            <a:endParaRPr lang="en-US"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541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Generated image"/>
          <p:cNvSpPr>
            <a:spLocks noChangeAspect="1" noChangeArrowheads="1"/>
          </p:cNvSpPr>
          <p:nvPr/>
        </p:nvSpPr>
        <p:spPr bwMode="auto">
          <a:xfrm>
            <a:off x="155574" y="-144463"/>
            <a:ext cx="7584778" cy="578459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p:cNvPicPr>
            <a:picLocks noChangeAspect="1"/>
          </p:cNvPicPr>
          <p:nvPr/>
        </p:nvPicPr>
        <p:blipFill>
          <a:blip r:embed="rId2"/>
          <a:stretch>
            <a:fillRect/>
          </a:stretch>
        </p:blipFill>
        <p:spPr>
          <a:xfrm>
            <a:off x="971600" y="1196752"/>
            <a:ext cx="7128792" cy="5289494"/>
          </a:xfrm>
          <a:prstGeom prst="rect">
            <a:avLst/>
          </a:prstGeom>
        </p:spPr>
      </p:pic>
    </p:spTree>
    <p:extLst>
      <p:ext uri="{BB962C8B-B14F-4D97-AF65-F5344CB8AC3E}">
        <p14:creationId xmlns:p14="http://schemas.microsoft.com/office/powerpoint/2010/main" val="1053958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259632" y="892169"/>
            <a:ext cx="713849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FontTx/>
              <a:buChar char="•"/>
            </a:pPr>
            <a:endParaRPr lang="en-US" b="1" dirty="0" smtClean="0"/>
          </a:p>
          <a:p>
            <a:pPr lvl="0" defTabSz="914400" eaLnBrk="0" fontAlgn="base" hangingPunct="0">
              <a:spcBef>
                <a:spcPct val="0"/>
              </a:spcBef>
              <a:spcAft>
                <a:spcPct val="0"/>
              </a:spcAft>
              <a:buFontTx/>
              <a:buChar char="•"/>
            </a:pPr>
            <a:endParaRPr lang="en-US" b="1" dirty="0" smtClean="0"/>
          </a:p>
          <a:p>
            <a:pPr lvl="0" defTabSz="914400" eaLnBrk="0" fontAlgn="base" hangingPunct="0">
              <a:spcBef>
                <a:spcPct val="0"/>
              </a:spcBef>
              <a:spcAft>
                <a:spcPct val="0"/>
              </a:spcAft>
              <a:buFontTx/>
              <a:buChar char="•"/>
            </a:pPr>
            <a:endParaRPr lang="en-US" b="1" dirty="0"/>
          </a:p>
          <a:p>
            <a:pPr lvl="0" defTabSz="914400" eaLnBrk="0" fontAlgn="base" hangingPunct="0">
              <a:spcBef>
                <a:spcPct val="0"/>
              </a:spcBef>
              <a:spcAft>
                <a:spcPct val="0"/>
              </a:spcAft>
            </a:pPr>
            <a:r>
              <a:rPr lang="en-US" b="1" dirty="0" smtClean="0">
                <a:solidFill>
                  <a:schemeClr val="accent2"/>
                </a:solidFill>
              </a:rPr>
              <a:t>                                     DATA COLLECTION</a:t>
            </a:r>
            <a:endParaRPr lang="en-US" b="1" dirty="0" smtClean="0"/>
          </a:p>
          <a:p>
            <a:pPr lvl="0" defTabSz="914400" eaLnBrk="0" fontAlgn="base" hangingPunct="0">
              <a:spcBef>
                <a:spcPct val="0"/>
              </a:spcBef>
              <a:spcAft>
                <a:spcPct val="0"/>
              </a:spcAft>
            </a:pPr>
            <a:endParaRPr lang="en-US" b="1" dirty="0" smtClean="0"/>
          </a:p>
          <a:p>
            <a:pPr lvl="0" defTabSz="914400" eaLnBrk="0" fontAlgn="base" hangingPunct="0">
              <a:spcBef>
                <a:spcPct val="0"/>
              </a:spcBef>
              <a:spcAft>
                <a:spcPct val="0"/>
              </a:spcAft>
              <a:buFontTx/>
              <a:buChar char="•"/>
            </a:pPr>
            <a:r>
              <a:rPr lang="en-US" b="1" dirty="0"/>
              <a:t>Employee ID</a:t>
            </a:r>
            <a:r>
              <a:rPr lang="en-US" dirty="0"/>
              <a:t> – Unique identifier for each employee</a:t>
            </a:r>
            <a:endParaRPr lang="en-US" b="1" dirty="0"/>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.Attendance</a:t>
            </a:r>
            <a:r>
              <a:rPr kumimoji="0" lang="en-US" altLang="en-US" sz="1800" b="0" i="0" u="none" strike="noStrike" cap="none" normalizeH="0" baseline="0" dirty="0" smtClean="0">
                <a:ln>
                  <a:noFill/>
                </a:ln>
                <a:solidFill>
                  <a:schemeClr val="tx1"/>
                </a:solidFill>
                <a:effectLst/>
                <a:latin typeface="Arial" panose="020B0604020202020204" pitchFamily="34" charset="0"/>
              </a:rPr>
              <a:t> – Number of days present or attendance percentage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Working Hours</a:t>
            </a:r>
            <a:r>
              <a:rPr kumimoji="0" lang="en-US" altLang="en-US" sz="1800" b="0" i="0" u="none" strike="noStrike" cap="none" normalizeH="0" baseline="0" dirty="0" smtClean="0">
                <a:ln>
                  <a:noFill/>
                </a:ln>
                <a:solidFill>
                  <a:schemeClr val="tx1"/>
                </a:solidFill>
                <a:effectLst/>
                <a:latin typeface="Arial" panose="020B0604020202020204" pitchFamily="34" charset="0"/>
              </a:rPr>
              <a:t> – Average daily or monthly working hours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Experience</a:t>
            </a:r>
            <a:r>
              <a:rPr kumimoji="0" lang="en-US" altLang="en-US" sz="1800" b="0" i="0" u="none" strike="noStrike" cap="none" normalizeH="0" baseline="0" dirty="0" smtClean="0">
                <a:ln>
                  <a:noFill/>
                </a:ln>
                <a:solidFill>
                  <a:schemeClr val="tx1"/>
                </a:solidFill>
                <a:effectLst/>
                <a:latin typeface="Arial" panose="020B0604020202020204" pitchFamily="34" charset="0"/>
              </a:rPr>
              <a:t> – Total years of professional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Productivity Score</a:t>
            </a:r>
            <a:r>
              <a:rPr kumimoji="0" lang="en-US" altLang="en-US" sz="1800" b="0" i="0" u="none" strike="noStrike" cap="none" normalizeH="0" baseline="0" dirty="0" smtClean="0">
                <a:ln>
                  <a:noFill/>
                </a:ln>
                <a:solidFill>
                  <a:schemeClr val="tx1"/>
                </a:solidFill>
                <a:effectLst/>
                <a:latin typeface="Arial" panose="020B0604020202020204" pitchFamily="34" charset="0"/>
              </a:rPr>
              <a:t> – Task completion rate or output efficiency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Feedback Score</a:t>
            </a:r>
            <a:r>
              <a:rPr kumimoji="0" lang="en-US" altLang="en-US" sz="1800" b="0" i="0" u="none" strike="noStrike" cap="none" normalizeH="0" baseline="0" dirty="0" smtClean="0">
                <a:ln>
                  <a:noFill/>
                </a:ln>
                <a:solidFill>
                  <a:schemeClr val="tx1"/>
                </a:solidFill>
                <a:effectLst/>
                <a:latin typeface="Arial" panose="020B0604020202020204" pitchFamily="34" charset="0"/>
              </a:rPr>
              <a:t> – Performance feedback ratings from supervisors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Training Hours</a:t>
            </a:r>
            <a:r>
              <a:rPr kumimoji="0" lang="en-US" altLang="en-US" sz="1800" b="0" i="0" u="none" strike="noStrike" cap="none" normalizeH="0" baseline="0" dirty="0" smtClean="0">
                <a:ln>
                  <a:noFill/>
                </a:ln>
                <a:solidFill>
                  <a:schemeClr val="tx1"/>
                </a:solidFill>
                <a:effectLst/>
                <a:latin typeface="Arial" panose="020B0604020202020204" pitchFamily="34" charset="0"/>
              </a:rPr>
              <a:t> – Number of training sessions attended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Performance Level (Target Variable)</a:t>
            </a:r>
            <a:r>
              <a:rPr kumimoji="0" lang="en-US" altLang="en-US" sz="1800" b="0" i="0" u="none" strike="noStrike" cap="none" normalizeH="0" baseline="0" dirty="0" smtClean="0">
                <a:ln>
                  <a:noFill/>
                </a:ln>
                <a:solidFill>
                  <a:schemeClr val="tx1"/>
                </a:solidFill>
                <a:effectLst/>
                <a:latin typeface="Arial" panose="020B0604020202020204" pitchFamily="34" charset="0"/>
              </a:rPr>
              <a:t> – High, Medium, or Low </a:t>
            </a:r>
          </a:p>
        </p:txBody>
      </p:sp>
    </p:spTree>
    <p:extLst>
      <p:ext uri="{BB962C8B-B14F-4D97-AF65-F5344CB8AC3E}">
        <p14:creationId xmlns:p14="http://schemas.microsoft.com/office/powerpoint/2010/main" val="2123189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A7D316-C12E-1F56-B363-C7DBEB4750AD}"/>
              </a:ext>
            </a:extLst>
          </p:cNvPr>
          <p:cNvSpPr txBox="1"/>
          <p:nvPr/>
        </p:nvSpPr>
        <p:spPr>
          <a:xfrm>
            <a:off x="751673" y="904652"/>
            <a:ext cx="7128792" cy="2862322"/>
          </a:xfrm>
          <a:prstGeom prst="rect">
            <a:avLst/>
          </a:prstGeom>
          <a:noFill/>
        </p:spPr>
        <p:txBody>
          <a:bodyPr wrap="square">
            <a:spAutoFit/>
          </a:bodyPr>
          <a:lstStyle/>
          <a:p>
            <a:pPr algn="ctr">
              <a:buNone/>
            </a:pPr>
            <a:endParaRPr lang="en-US" b="1" dirty="0" smtClean="0">
              <a:solidFill>
                <a:schemeClr val="accent2"/>
              </a:solidFill>
              <a:latin typeface="Times New Roman" panose="02020603050405020304" pitchFamily="18" charset="0"/>
              <a:cs typeface="Times New Roman" panose="02020603050405020304" pitchFamily="18" charset="0"/>
            </a:endParaRPr>
          </a:p>
          <a:p>
            <a:pPr algn="ctr">
              <a:buNone/>
            </a:pPr>
            <a:endParaRPr lang="en-US" b="1" dirty="0">
              <a:solidFill>
                <a:schemeClr val="accent2"/>
              </a:solidFill>
              <a:latin typeface="Times New Roman" panose="02020603050405020304" pitchFamily="18" charset="0"/>
              <a:cs typeface="Times New Roman" panose="02020603050405020304" pitchFamily="18" charset="0"/>
            </a:endParaRPr>
          </a:p>
          <a:p>
            <a:pPr algn="ctr">
              <a:buNone/>
            </a:pPr>
            <a:r>
              <a:rPr lang="en-US" b="1" dirty="0" smtClean="0">
                <a:solidFill>
                  <a:schemeClr val="accent2"/>
                </a:solidFill>
                <a:latin typeface="Times New Roman" panose="02020603050405020304" pitchFamily="18" charset="0"/>
                <a:cs typeface="Times New Roman" panose="02020603050405020304" pitchFamily="18" charset="0"/>
              </a:rPr>
              <a:t>METHODOLOGY</a:t>
            </a:r>
            <a:endParaRPr lang="en-US" b="1" dirty="0">
              <a:solidFill>
                <a:schemeClr val="accent2"/>
              </a:solidFill>
              <a:latin typeface="Times New Roman" panose="02020603050405020304" pitchFamily="18" charset="0"/>
              <a:cs typeface="Times New Roman" panose="02020603050405020304" pitchFamily="18" charset="0"/>
            </a:endParaRPr>
          </a:p>
          <a:p>
            <a:pPr algn="just">
              <a:buNone/>
            </a:pPr>
            <a:endParaRPr lang="en-US" dirty="0">
              <a:latin typeface="Times New Roman" panose="02020603050405020304" pitchFamily="18" charset="0"/>
              <a:cs typeface="Times New Roman" panose="02020603050405020304" pitchFamily="18" charset="0"/>
            </a:endParaRPr>
          </a:p>
          <a:p>
            <a:pPr algn="just">
              <a:buNone/>
            </a:pPr>
            <a:endParaRPr lang="en-US"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pPr algn="just">
              <a:buNone/>
            </a:pPr>
            <a:endParaRPr lang="en-US" dirty="0">
              <a:latin typeface="Times New Roman" panose="02020603050405020304" pitchFamily="18" charset="0"/>
              <a:cs typeface="Times New Roman" panose="02020603050405020304" pitchFamily="18" charset="0"/>
            </a:endParaRPr>
          </a:p>
        </p:txBody>
      </p:sp>
      <p:sp>
        <p:nvSpPr>
          <p:cNvPr id="2" name="Rectangle 1"/>
          <p:cNvSpPr/>
          <p:nvPr/>
        </p:nvSpPr>
        <p:spPr>
          <a:xfrm>
            <a:off x="1547663" y="2132856"/>
            <a:ext cx="6332801" cy="2308324"/>
          </a:xfrm>
          <a:prstGeom prst="rect">
            <a:avLst/>
          </a:prstGeom>
        </p:spPr>
        <p:txBody>
          <a:bodyPr wrap="square">
            <a:spAutoFit/>
          </a:bodyPr>
          <a:lstStyle/>
          <a:p>
            <a:pPr algn="just"/>
            <a:r>
              <a:rPr lang="en-US" dirty="0"/>
              <a:t>The methodology includes data collection, data cleaning, feature engineering, model selection, training, and evaluation. First, raw employee data is collected and preprocessed. Relevant features are selected and scaled. Machine learning classification algorithms are trained on the dataset, evaluated using performance metrics, and the best-performing model is selected for deployment.</a:t>
            </a:r>
            <a:endParaRPr lang="en-IN" dirty="0"/>
          </a:p>
        </p:txBody>
      </p:sp>
    </p:spTree>
    <p:extLst>
      <p:ext uri="{BB962C8B-B14F-4D97-AF65-F5344CB8AC3E}">
        <p14:creationId xmlns:p14="http://schemas.microsoft.com/office/powerpoint/2010/main" val="3335407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7624" y="2274838"/>
            <a:ext cx="6624736" cy="2031325"/>
          </a:xfrm>
          <a:prstGeom prst="rect">
            <a:avLst/>
          </a:prstGeom>
        </p:spPr>
        <p:txBody>
          <a:bodyPr wrap="square">
            <a:spAutoFit/>
          </a:bodyPr>
          <a:lstStyle/>
          <a:p>
            <a:pPr algn="ctr"/>
            <a:r>
              <a:rPr lang="en-US" b="1" dirty="0" smtClean="0">
                <a:solidFill>
                  <a:schemeClr val="accent2"/>
                </a:solidFill>
              </a:rPr>
              <a:t>IMPLEMENTATION</a:t>
            </a:r>
          </a:p>
          <a:p>
            <a:pPr algn="just"/>
            <a:endParaRPr lang="en-US" dirty="0" smtClean="0"/>
          </a:p>
          <a:p>
            <a:pPr algn="just"/>
            <a:r>
              <a:rPr lang="en-US" dirty="0" smtClean="0"/>
              <a:t>The </a:t>
            </a:r>
            <a:r>
              <a:rPr lang="en-US" dirty="0"/>
              <a:t>implementation of the </a:t>
            </a:r>
            <a:r>
              <a:rPr lang="en-US" b="1" dirty="0"/>
              <a:t>Employee Performance Prediction and Productivity Analysis</a:t>
            </a:r>
            <a:r>
              <a:rPr lang="en-US" dirty="0"/>
              <a:t> system is carried out using Python and machine learning techniques. The system integrates data handling, model training, and performance prediction into a single workflow.</a:t>
            </a:r>
          </a:p>
        </p:txBody>
      </p:sp>
    </p:spTree>
    <p:extLst>
      <p:ext uri="{BB962C8B-B14F-4D97-AF65-F5344CB8AC3E}">
        <p14:creationId xmlns:p14="http://schemas.microsoft.com/office/powerpoint/2010/main" val="1009141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196752"/>
            <a:ext cx="8424936" cy="5355312"/>
          </a:xfrm>
          <a:prstGeom prst="rect">
            <a:avLst/>
          </a:prstGeom>
        </p:spPr>
        <p:txBody>
          <a:bodyPr wrap="square">
            <a:spAutoFit/>
          </a:bodyPr>
          <a:lstStyle/>
          <a:p>
            <a:r>
              <a:rPr lang="en-US" b="1" dirty="0" smtClean="0"/>
              <a:t>                                           </a:t>
            </a:r>
            <a:r>
              <a:rPr lang="en-US" b="1" dirty="0" smtClean="0"/>
              <a:t>       </a:t>
            </a:r>
            <a:r>
              <a:rPr lang="en-US" b="1" dirty="0" smtClean="0">
                <a:solidFill>
                  <a:schemeClr val="accent2"/>
                </a:solidFill>
              </a:rPr>
              <a:t>CONCLUSION</a:t>
            </a:r>
            <a:endParaRPr lang="en-US" b="1" dirty="0" smtClean="0">
              <a:solidFill>
                <a:schemeClr val="accent2"/>
              </a:solidFill>
            </a:endParaRPr>
          </a:p>
          <a:p>
            <a:pPr algn="just"/>
            <a:endParaRPr lang="en-US" b="1" dirty="0"/>
          </a:p>
          <a:p>
            <a:pPr algn="just"/>
            <a:r>
              <a:rPr lang="en-US" dirty="0"/>
              <a:t>The </a:t>
            </a:r>
            <a:r>
              <a:rPr lang="en-US" b="1" dirty="0"/>
              <a:t>Employee Performance Prediction and Productivity Analysis</a:t>
            </a:r>
            <a:r>
              <a:rPr lang="en-US" dirty="0"/>
              <a:t> system provides an effective and intelligent solution for evaluating employee performance using machine learning techniques. By analyzing key attributes such as attendance, working hours, experience, productivity, and feedback, the system accurately classifies employees into different performance levels.</a:t>
            </a:r>
          </a:p>
          <a:p>
            <a:pPr algn="just"/>
            <a:r>
              <a:rPr lang="en-US" dirty="0"/>
              <a:t>The proposed system overcomes the limitations of traditional manual evaluation methods by reducing human bias, saving time, and improving accuracy. Experimental results show that machine learning models can successfully identify performance patterns and support data-driven HR decision-making.</a:t>
            </a:r>
          </a:p>
          <a:p>
            <a:pPr algn="just"/>
            <a:r>
              <a:rPr lang="en-US" dirty="0"/>
              <a:t>Overall, this project helps organizations improve workforce productivity, identify high-performing employees, and plan training programs for continuous improvement. The system is scalable, reliable, and can be further enhanced with advanced analytics and real-time data integration in the future.</a:t>
            </a:r>
          </a:p>
          <a:p>
            <a:pPr algn="just"/>
            <a:endParaRPr lang="en-US" dirty="0"/>
          </a:p>
        </p:txBody>
      </p:sp>
      <p:sp>
        <p:nvSpPr>
          <p:cNvPr id="4" name="Rectangle 3"/>
          <p:cNvSpPr/>
          <p:nvPr/>
        </p:nvSpPr>
        <p:spPr>
          <a:xfrm>
            <a:off x="2286000" y="1997839"/>
            <a:ext cx="4572000" cy="369332"/>
          </a:xfrm>
          <a:prstGeom prst="rect">
            <a:avLst/>
          </a:prstGeom>
        </p:spPr>
        <p:txBody>
          <a:bodyPr>
            <a:spAutoFit/>
          </a:bodyPr>
          <a:lstStyle/>
          <a:p>
            <a:r>
              <a:rPr lang="en-US" dirty="0" smtClean="0"/>
              <a:t>.</a:t>
            </a:r>
            <a:endParaRPr lang="en-US" dirty="0"/>
          </a:p>
        </p:txBody>
      </p:sp>
    </p:spTree>
    <p:extLst>
      <p:ext uri="{BB962C8B-B14F-4D97-AF65-F5344CB8AC3E}">
        <p14:creationId xmlns:p14="http://schemas.microsoft.com/office/powerpoint/2010/main" val="1586822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5EB830-B26C-FF09-BF9E-D681A0E541CA}"/>
              </a:ext>
            </a:extLst>
          </p:cNvPr>
          <p:cNvPicPr>
            <a:picLocks noChangeAspect="1"/>
          </p:cNvPicPr>
          <p:nvPr/>
        </p:nvPicPr>
        <p:blipFill>
          <a:blip r:embed="rId2"/>
          <a:srcRect t="11062" b="9333"/>
          <a:stretch>
            <a:fillRect/>
          </a:stretch>
        </p:blipFill>
        <p:spPr>
          <a:xfrm>
            <a:off x="0" y="1"/>
            <a:ext cx="9144000" cy="6858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117111104"/>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01D17D"/>
      </a:accent1>
      <a:accent2>
        <a:srgbClr val="84C72A"/>
      </a:accent2>
      <a:accent3>
        <a:srgbClr val="E1D126"/>
      </a:accent3>
      <a:accent4>
        <a:srgbClr val="E29932"/>
      </a:accent4>
      <a:accent5>
        <a:srgbClr val="E56526"/>
      </a:accent5>
      <a:accent6>
        <a:srgbClr val="D63731"/>
      </a:accent6>
      <a:hlink>
        <a:srgbClr val="35FA7F"/>
      </a:hlink>
      <a:folHlink>
        <a:srgbClr val="BAFC85"/>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2B2A868B-6BC2-4B3E-98B9-1258F41035D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232</TotalTime>
  <Words>833</Words>
  <Application>Microsoft Office PowerPoint</Application>
  <PresentationFormat>On-screen Show (4:3)</PresentationFormat>
  <Paragraphs>88</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Century Gothic</vt:lpstr>
      <vt:lpstr>Times New Roman</vt:lpstr>
      <vt:lpstr>Vapor Trail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Muthikella Srihari</dc:creator>
  <cp:lastModifiedBy>Hp</cp:lastModifiedBy>
  <cp:revision>8</cp:revision>
  <dcterms:created xsi:type="dcterms:W3CDTF">2026-01-29T13:33:54Z</dcterms:created>
  <dcterms:modified xsi:type="dcterms:W3CDTF">2026-01-31T06:24:48Z</dcterms:modified>
</cp:coreProperties>
</file>